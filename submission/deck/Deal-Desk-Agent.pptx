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UiPath's 2026 challenge: bridge the gap between a prototype on a laptop and software running in production. We did exactly that - an agent that runs pricing approvals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manual AS-IS: rep emails manager, manager forwards up if it's big, someone replies, rep updates the CRM by hand. Slow, inconsistent, unauditable.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architectural bet: split intelligence (agent) from lifecycle (Maestro). Intelligence is versioned and testable on its own; the process is deterministic, observable, and governed.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LangGraph entry points. plan produces the approver chain as data - the agentic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BPMN process. Multi-instance handles a 1-manager deal or a 4-tier CFO deal with no branch explosion. Boundary SLA timer escalates; Data Fabric audits every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GIF play once; narrate the trigger -&gt; decide -&gt; route -&gt; human -&gt; resume -&gt; audit loop. Salesforce + HiBob are production sources; Outlook is a live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process, three behaviors. Lead with auto-clear (the no-human wow), then multi-tier (right people, right order).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medium is the message: we used coding agents (Cursor + Claude via UiPath for Coding Agents) to build and ship it. Directly courts the coding-agent bonus + the event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UiPath asked for HITL control, governance, and measurable reliability - this slide is that checklist: human gate, SLA, audit,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Satisfies the hard requirement: everything runs on UiPath Automation Cloud, with UiPath as the orchestration + governance layer. Packaged as a deployable .uipx.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ROI comes from - deflection, speed, consistency, auditability - and how far it scales: invoice approval, expense reporting, onboarding (Track 2 examples).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jury; invite them to open the interactive page and play the disposition calculator. Replace the &lt;link&gt; placeholders with the DevPost / video / repo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
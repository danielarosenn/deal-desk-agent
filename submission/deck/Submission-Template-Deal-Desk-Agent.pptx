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2"/>
  </p:notesMasterIdLst>
  <p:handoutMasterIdLst>
    <p:handoutMasterId r:id="rId13"/>
  </p:handoutMasterIdLst>
  <p:sldIdLst>
    <p:sldId id="337" r:id="rId5"/>
    <p:sldId id="354" r:id="rId6"/>
    <p:sldId id="342" r:id="rId7"/>
    <p:sldId id="372" r:id="rId8"/>
    <p:sldId id="374" r:id="rId9"/>
    <p:sldId id="375" r:id="rId10"/>
    <p:sldId id="370" r:id="rId11"/>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1pPr>
    <a:lvl2pPr marL="0" marR="0" indent="4572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2pPr>
    <a:lvl3pPr marL="0" marR="0" indent="9144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3pPr>
    <a:lvl4pPr marL="0" marR="0" indent="13716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4pPr>
    <a:lvl5pPr marL="0" marR="0" indent="18288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5pPr>
    <a:lvl6pPr marL="0" marR="0" indent="22860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6pPr>
    <a:lvl7pPr marL="0" marR="0" indent="27432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7pPr>
    <a:lvl8pPr marL="0" marR="0" indent="32004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8pPr>
    <a:lvl9pPr marL="0" marR="0" indent="365760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lvl9pPr>
  </p:defaultTextStyle>
  <p:extLst>
    <p:ext uri="{521415D9-36F7-43E2-AB2F-B90AF26B5E84}">
      <p14:sectionLst xmlns:p14="http://schemas.microsoft.com/office/powerpoint/2010/main">
        <p14:section name="Default Section" id="{6C324C1D-D0BD-8043-9069-CA71A62BB3BD}">
          <p14:sldIdLst>
            <p14:sldId id="337"/>
            <p14:sldId id="354"/>
            <p14:sldId id="342"/>
            <p14:sldId id="372"/>
            <p14:sldId id="374"/>
            <p14:sldId id="375"/>
            <p14:sldId id="3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A2B3"/>
    <a:srgbClr val="C861C8"/>
    <a:srgbClr val="303434"/>
    <a:srgbClr val="434548"/>
    <a:srgbClr val="616161"/>
    <a:srgbClr val="B9B9B9"/>
    <a:srgbClr val="DADADA"/>
    <a:srgbClr val="F7F7F7"/>
    <a:srgbClr val="721372"/>
    <a:srgbClr val="FFCB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A8FB54-9E15-1B4E-8570-EA08DE6115C5}" v="13" dt="2026-05-14T16:55:49.765"/>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
          <a:latin typeface="Arial"/>
          <a:ea typeface="Arial"/>
          <a:cs typeface="Arial"/>
        </a:font>
        <a:schemeClr val="accent4">
          <a:hueOff val="-839560"/>
          <a:satOff val="19935"/>
          <a:lumOff val="-15534"/>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FDCECA"/>
          </a:solidFill>
        </a:fill>
      </a:tcStyle>
    </a:wholeTbl>
    <a:band2H>
      <a:tcTxStyle/>
      <a:tcStyle>
        <a:tcBdr/>
        <a:fill>
          <a:solidFill>
            <a:srgbClr val="FEE8E7"/>
          </a:solidFill>
        </a:fill>
      </a:tcStyle>
    </a:band2H>
    <a:firstCol>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1">
              <a:hueOff val="1057894"/>
              <a:satOff val="4889"/>
              <a:lumOff val="-33725"/>
            </a:schemeClr>
          </a:solidFill>
        </a:fill>
      </a:tcStyle>
    </a:firstCol>
    <a:la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381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1">
              <a:hueOff val="1057894"/>
              <a:satOff val="4889"/>
              <a:lumOff val="-33725"/>
            </a:schemeClr>
          </a:solidFill>
        </a:fill>
      </a:tcStyle>
    </a:lastRow>
    <a:fir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381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1">
              <a:hueOff val="1057894"/>
              <a:satOff val="4889"/>
              <a:lumOff val="-33725"/>
            </a:schemeClr>
          </a:solidFill>
        </a:fill>
      </a:tcStyle>
    </a:firstRow>
  </a:tblStyle>
  <a:tblStyle styleId="{C7B018BB-80A7-4F77-B60F-C8B233D01FF8}"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wholeTbl>
    <a:band2H>
      <a:tcTxStyle/>
      <a:tcStyle>
        <a:tcBdr/>
        <a:fill>
          <a:solidFill>
            <a:schemeClr val="accent3">
              <a:hueOff val="-3600000"/>
              <a:lumOff val="3392"/>
            </a:schemeClr>
          </a:solidFill>
        </a:fill>
      </a:tcStyle>
    </a:band2H>
    <a:firstCol>
      <a:tcTxStyle b="on" i="off">
        <a:font>
          <a:latin typeface="Arial"/>
          <a:ea typeface="Arial"/>
          <a:cs typeface="Arial"/>
        </a:font>
        <a:srgbClr val="000000"/>
      </a:tcTxStyle>
      <a:tcStyle>
        <a:tcBdr>
          <a:left>
            <a:ln w="9525" cap="flat">
              <a:solidFill>
                <a:srgbClr val="000000"/>
              </a:solidFill>
              <a:prstDash val="solid"/>
              <a:round/>
            </a:ln>
          </a:left>
          <a:right>
            <a:ln w="9525" cap="flat">
              <a:solidFill>
                <a:srgbClr val="000000"/>
              </a:solidFill>
              <a:prstDash val="solid"/>
              <a:round/>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firstCol>
    <a:lastRow>
      <a:tcTxStyle b="on" i="off">
        <a:font>
          <a:latin typeface="Arial"/>
          <a:ea typeface="Arial"/>
          <a:cs typeface="Arial"/>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9525" cap="flat">
              <a:solidFill>
                <a:srgbClr val="000000"/>
              </a:solidFill>
              <a:prstDash val="solid"/>
              <a:round/>
            </a:ln>
          </a:bottom>
          <a:insideH>
            <a:ln w="12700" cap="flat">
              <a:noFill/>
              <a:miter lim="400000"/>
            </a:ln>
          </a:insideH>
          <a:insideV>
            <a:ln w="12700" cap="flat">
              <a:noFill/>
              <a:miter lim="400000"/>
            </a:ln>
          </a:insideV>
        </a:tcBdr>
        <a:fill>
          <a:noFill/>
        </a:fill>
      </a:tcStyle>
    </a:lastRow>
    <a:firstRow>
      <a:tcTxStyle b="on" i="off">
        <a:font>
          <a:latin typeface="Arial"/>
          <a:ea typeface="Arial"/>
          <a:cs typeface="Arial"/>
        </a:font>
        <a:schemeClr val="accent3">
          <a:hueOff val="-3600000"/>
          <a:lumOff val="3392"/>
        </a:schemeClr>
      </a:tcTxStyle>
      <a:tcStyle>
        <a:tcBdr>
          <a:left>
            <a:ln w="12700" cap="flat">
              <a:noFill/>
              <a:miter lim="400000"/>
            </a:ln>
          </a:left>
          <a:right>
            <a:ln w="12700" cap="flat">
              <a:noFill/>
              <a:miter lim="400000"/>
            </a:ln>
          </a:right>
          <a:top>
            <a:ln w="9525" cap="flat">
              <a:solidFill>
                <a:srgbClr val="000000"/>
              </a:solidFill>
              <a:prstDash val="solid"/>
              <a:round/>
            </a:ln>
          </a:top>
          <a:bottom>
            <a:ln w="9525" cap="flat">
              <a:solidFill>
                <a:srgbClr val="000000"/>
              </a:solidFill>
              <a:prstDash val="solid"/>
              <a:round/>
            </a:ln>
          </a:bottom>
          <a:insideH>
            <a:ln w="12700" cap="flat">
              <a:noFill/>
              <a:miter lim="400000"/>
            </a:ln>
          </a:insideH>
          <a:insideV>
            <a:ln w="12700" cap="flat">
              <a:noFill/>
              <a:miter lim="400000"/>
            </a:ln>
          </a:insideV>
        </a:tcBdr>
        <a:fill>
          <a:solidFill>
            <a:srgbClr val="000000"/>
          </a:solidFill>
        </a:fill>
      </a:tcStyle>
    </a:firstRow>
  </a:tblStyle>
  <a:tblStyle styleId="{EEE7283C-3CF3-47DC-8721-378D4A62B228}"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wholeTbl>
    <a:band2H>
      <a:tcTxStyle/>
      <a:tcStyle>
        <a:tcBdr/>
        <a:fill>
          <a:solidFill>
            <a:schemeClr val="accent3">
              <a:hueOff val="-3600000"/>
              <a:lumOff val="3392"/>
            </a:schemeClr>
          </a:solidFill>
        </a:fill>
      </a:tcStyle>
    </a:band2H>
    <a:firstCol>
      <a:tcTxStyle b="on" i="off">
        <a:font>
          <a:latin typeface="Arial"/>
          <a:ea typeface="Arial"/>
          <a:cs typeface="Arial"/>
        </a:font>
        <a:srgbClr val="000000"/>
      </a:tcTxStyle>
      <a:tcStyle>
        <a:tcBdr>
          <a:left>
            <a:ln w="9525" cap="flat">
              <a:solidFill>
                <a:srgbClr val="0C65CD"/>
              </a:solidFill>
              <a:prstDash val="solid"/>
              <a:round/>
            </a:ln>
          </a:left>
          <a:right>
            <a:ln w="9525" cap="flat">
              <a:solidFill>
                <a:srgbClr val="0C65CD"/>
              </a:solidFill>
              <a:prstDash val="solid"/>
              <a:round/>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firstCol>
    <a:lastRow>
      <a:tcTxStyle b="on" i="off">
        <a:font>
          <a:latin typeface="Arial"/>
          <a:ea typeface="Arial"/>
          <a:cs typeface="Arial"/>
        </a:font>
        <a:srgbClr val="000000"/>
      </a:tcTxStyle>
      <a:tcStyle>
        <a:tcBdr>
          <a:left>
            <a:ln w="12700" cap="flat">
              <a:noFill/>
              <a:miter lim="400000"/>
            </a:ln>
          </a:left>
          <a:right>
            <a:ln w="12700" cap="flat">
              <a:noFill/>
              <a:miter lim="400000"/>
            </a:ln>
          </a:right>
          <a:top>
            <a:ln w="50800" cap="flat">
              <a:solidFill>
                <a:schemeClr val="accent6"/>
              </a:solidFill>
              <a:prstDash val="solid"/>
              <a:round/>
            </a:ln>
          </a:top>
          <a:bottom>
            <a:ln w="9525" cap="flat">
              <a:solidFill>
                <a:srgbClr val="0C65CD"/>
              </a:solidFill>
              <a:prstDash val="solid"/>
              <a:round/>
            </a:ln>
          </a:bottom>
          <a:insideH>
            <a:ln w="12700" cap="flat">
              <a:noFill/>
              <a:miter lim="400000"/>
            </a:ln>
          </a:insideH>
          <a:insideV>
            <a:ln w="12700" cap="flat">
              <a:noFill/>
              <a:miter lim="400000"/>
            </a:ln>
          </a:insideV>
        </a:tcBdr>
        <a:fill>
          <a:noFill/>
        </a:fill>
      </a:tcStyle>
    </a:lastRow>
    <a:firstRow>
      <a:tcTxStyle b="on" i="off">
        <a:font>
          <a:latin typeface="Arial"/>
          <a:ea typeface="Arial"/>
          <a:cs typeface="Arial"/>
        </a:font>
        <a:schemeClr val="accent3">
          <a:hueOff val="-3600000"/>
          <a:lumOff val="3392"/>
        </a:schemeClr>
      </a:tcTxStyle>
      <a:tcStyle>
        <a:tcBdr>
          <a:left>
            <a:ln w="12700" cap="flat">
              <a:noFill/>
              <a:miter lim="400000"/>
            </a:ln>
          </a:left>
          <a:right>
            <a:ln w="12700" cap="flat">
              <a:noFill/>
              <a:miter lim="400000"/>
            </a:ln>
          </a:right>
          <a:top>
            <a:ln w="9525" cap="flat">
              <a:solidFill>
                <a:srgbClr val="0C65CD"/>
              </a:solidFill>
              <a:prstDash val="solid"/>
              <a:round/>
            </a:ln>
          </a:top>
          <a:bottom>
            <a:ln w="9525" cap="flat">
              <a:solidFill>
                <a:srgbClr val="0C65CD"/>
              </a:solidFill>
              <a:prstDash val="solid"/>
              <a:round/>
            </a:ln>
          </a:bottom>
          <a:insideH>
            <a:ln w="12700" cap="flat">
              <a:noFill/>
              <a:miter lim="400000"/>
            </a:ln>
          </a:insideH>
          <a:insideV>
            <a:ln w="12700" cap="flat">
              <a:noFill/>
              <a:miter lim="400000"/>
            </a:ln>
          </a:insideV>
        </a:tcBdr>
        <a:fill>
          <a:solidFill>
            <a:schemeClr val="accent6"/>
          </a:solidFill>
        </a:fill>
      </a:tcStyle>
    </a:firstRow>
  </a:tblStyle>
  <a:tblStyle styleId="{CF821DB8-F4EB-4A41-A1BA-3FCAFE7338EE}" styleName="">
    <a:tblBg/>
    <a:wholeTbl>
      <a:tcTxStyle b="off" i="off">
        <a:font>
          <a:latin typeface="Arial"/>
          <a:ea typeface="Arial"/>
          <a:cs typeface="Arial"/>
        </a:font>
        <a:srgbClr val="000000"/>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F2CBD1"/>
          </a:solidFill>
        </a:fill>
      </a:tcStyle>
    </a:wholeTbl>
    <a:band2H>
      <a:tcTxStyle/>
      <a:tcStyle>
        <a:tcBdr/>
        <a:fill>
          <a:solidFill>
            <a:srgbClr val="F8E7E9"/>
          </a:solidFill>
        </a:fill>
      </a:tcStyle>
    </a:band2H>
    <a:firstCol>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DC2560"/>
          </a:solidFill>
        </a:fill>
      </a:tcStyle>
    </a:firstCol>
    <a:la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381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DC2560"/>
          </a:solidFill>
        </a:fill>
      </a:tcStyle>
    </a:lastRow>
    <a:fir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381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DC2560"/>
          </a:solidFill>
        </a:fill>
      </a:tcStyle>
    </a:firstRow>
  </a:tblStyle>
  <a:tblStyle styleId="{33BA23B1-9221-436E-865A-0063620EA4FD}" styleName="">
    <a:tblBg/>
    <a:wholeTbl>
      <a:tcTxStyle b="off" i="off">
        <a:font>
          <a:latin typeface="Arial"/>
          <a:ea typeface="Arial"/>
          <a:cs typeface="Arial"/>
        </a:font>
        <a:srgbClr val="000000"/>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rgbClr val="CAD2ED"/>
          </a:solidFill>
        </a:fill>
      </a:tcStyle>
    </a:wholeTbl>
    <a:band2H>
      <a:tcTxStyle/>
      <a:tcStyle>
        <a:tcBdr/>
        <a:fill>
          <a:solidFill>
            <a:srgbClr val="E6EAF6"/>
          </a:solidFill>
        </a:fill>
      </a:tcStyle>
    </a:band2H>
    <a:firstCol>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6"/>
          </a:solidFill>
        </a:fill>
      </a:tcStyle>
    </a:firstCol>
    <a:la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38100" cap="flat">
              <a:solidFill>
                <a:schemeClr val="accent3">
                  <a:hueOff val="-3600000"/>
                  <a:lumOff val="3392"/>
                </a:schemeClr>
              </a:solidFill>
              <a:prstDash val="solid"/>
              <a:round/>
            </a:ln>
          </a:top>
          <a:bottom>
            <a:ln w="127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6"/>
          </a:solidFill>
        </a:fill>
      </a:tcStyle>
    </a:lastRow>
    <a:firstRow>
      <a:tcTxStyle b="on" i="off">
        <a:font>
          <a:latin typeface="Arial"/>
          <a:ea typeface="Arial"/>
          <a:cs typeface="Arial"/>
        </a:font>
        <a:schemeClr val="accent3">
          <a:hueOff val="-3600000"/>
          <a:lumOff val="3392"/>
        </a:schemeClr>
      </a:tcTxStyle>
      <a:tcStyle>
        <a:tcBdr>
          <a:left>
            <a:ln w="12700" cap="flat">
              <a:solidFill>
                <a:schemeClr val="accent3">
                  <a:hueOff val="-3600000"/>
                  <a:lumOff val="3392"/>
                </a:schemeClr>
              </a:solidFill>
              <a:prstDash val="solid"/>
              <a:round/>
            </a:ln>
          </a:left>
          <a:right>
            <a:ln w="12700" cap="flat">
              <a:solidFill>
                <a:schemeClr val="accent3">
                  <a:hueOff val="-3600000"/>
                  <a:lumOff val="3392"/>
                </a:schemeClr>
              </a:solidFill>
              <a:prstDash val="solid"/>
              <a:round/>
            </a:ln>
          </a:right>
          <a:top>
            <a:ln w="12700" cap="flat">
              <a:solidFill>
                <a:schemeClr val="accent3">
                  <a:hueOff val="-3600000"/>
                  <a:lumOff val="3392"/>
                </a:schemeClr>
              </a:solidFill>
              <a:prstDash val="solid"/>
              <a:round/>
            </a:ln>
          </a:top>
          <a:bottom>
            <a:ln w="38100" cap="flat">
              <a:solidFill>
                <a:schemeClr val="accent3">
                  <a:hueOff val="-3600000"/>
                  <a:lumOff val="3392"/>
                </a:schemeClr>
              </a:solidFill>
              <a:prstDash val="solid"/>
              <a:round/>
            </a:ln>
          </a:bottom>
          <a:insideH>
            <a:ln w="12700" cap="flat">
              <a:solidFill>
                <a:schemeClr val="accent3">
                  <a:hueOff val="-3600000"/>
                  <a:lumOff val="3392"/>
                </a:schemeClr>
              </a:solidFill>
              <a:prstDash val="solid"/>
              <a:round/>
            </a:ln>
          </a:insideH>
          <a:insideV>
            <a:ln w="12700" cap="flat">
              <a:solidFill>
                <a:schemeClr val="accent3">
                  <a:hueOff val="-3600000"/>
                  <a:lumOff val="3392"/>
                </a:schemeClr>
              </a:solidFill>
              <a:prstDash val="solid"/>
              <a:round/>
            </a:ln>
          </a:insideV>
        </a:tcBdr>
        <a:fill>
          <a:solidFill>
            <a:schemeClr val="accent6"/>
          </a:solidFill>
        </a:fill>
      </a:tcStyle>
    </a:firstRow>
  </a:tblStyle>
  <a:tblStyle styleId="{2708684C-4D16-4618-839F-0558EEFCDFE6}"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chemeClr val="accent3">
              <a:hueOff val="-3600000"/>
              <a:lumOff val="3392"/>
            </a:schemeClr>
          </a:solidFill>
        </a:fill>
      </a:tcStyle>
    </a:band2H>
    <a:firstCol>
      <a:tcTxStyle b="on" i="off">
        <a:font>
          <a:latin typeface="Arial"/>
          <a:ea typeface="Arial"/>
          <a:cs typeface="Arial"/>
        </a:font>
        <a:schemeClr val="accent3">
          <a:hueOff val="-3600000"/>
          <a:lumOff val="3392"/>
        </a:schemeClr>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057894"/>
              <a:satOff val="4889"/>
              <a:lumOff val="-33725"/>
            </a:schemeClr>
          </a:solidFill>
        </a:fill>
      </a:tcStyle>
    </a:firstCol>
    <a:lastRow>
      <a:tcTxStyle b="on" i="off">
        <a:font>
          <a:latin typeface="Arial"/>
          <a:ea typeface="Arial"/>
          <a:cs typeface="Arial"/>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3">
              <a:hueOff val="-3600000"/>
              <a:lumOff val="3392"/>
            </a:schemeClr>
          </a:solidFill>
        </a:fill>
      </a:tcStyle>
    </a:lastRow>
    <a:firstRow>
      <a:tcTxStyle b="on" i="off">
        <a:font>
          <a:latin typeface="Arial"/>
          <a:ea typeface="Arial"/>
          <a:cs typeface="Arial"/>
        </a:font>
        <a:schemeClr val="accent3">
          <a:hueOff val="-3600000"/>
          <a:lumOff val="3392"/>
        </a:schemeClr>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hueOff val="1057894"/>
              <a:satOff val="4889"/>
              <a:lumOff val="-33725"/>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94630"/>
  </p:normalViewPr>
  <p:slideViewPr>
    <p:cSldViewPr snapToGrid="0">
      <p:cViewPr varScale="1">
        <p:scale>
          <a:sx n="113" d="100"/>
          <a:sy n="113" d="100"/>
        </p:scale>
        <p:origin x="808" y="176"/>
      </p:cViewPr>
      <p:guideLst/>
    </p:cSldViewPr>
  </p:slideViewPr>
  <p:notesTextViewPr>
    <p:cViewPr>
      <p:scale>
        <a:sx n="1" d="1"/>
        <a:sy n="1" d="1"/>
      </p:scale>
      <p:origin x="0" y="0"/>
    </p:cViewPr>
  </p:notesTextViewPr>
  <p:sorterViewPr>
    <p:cViewPr>
      <p:scale>
        <a:sx n="100" d="100"/>
        <a:sy n="100" d="100"/>
      </p:scale>
      <p:origin x="0" y="-7698"/>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notesMaster" Target="notesMasters/notesMaster1.xml"/><Relationship Id="rId13" Type="http://schemas.openxmlformats.org/officeDocument/2006/relationships/handoutMaster" Target="handoutMasters/handout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6FAA0A-FC1C-16A3-947D-27CA299F0CC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T"/>
          </a:p>
        </p:txBody>
      </p:sp>
      <p:sp>
        <p:nvSpPr>
          <p:cNvPr id="3" name="Date Placeholder 2">
            <a:extLst>
              <a:ext uri="{FF2B5EF4-FFF2-40B4-BE49-F238E27FC236}">
                <a16:creationId xmlns:a16="http://schemas.microsoft.com/office/drawing/2014/main" id="{70307311-BDEC-D4A7-5DDC-01B587EB82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5C8BDA8-95A5-5741-9E04-1D392DE0C9D6}" type="datetimeFigureOut">
              <a:rPr lang="en-MT" smtClean="0"/>
              <a:t>05/14/2026</a:t>
            </a:fld>
            <a:endParaRPr lang="en-MT"/>
          </a:p>
        </p:txBody>
      </p:sp>
      <p:sp>
        <p:nvSpPr>
          <p:cNvPr id="4" name="Footer Placeholder 3">
            <a:extLst>
              <a:ext uri="{FF2B5EF4-FFF2-40B4-BE49-F238E27FC236}">
                <a16:creationId xmlns:a16="http://schemas.microsoft.com/office/drawing/2014/main" id="{E3FCE49B-559A-A90A-CAF1-B34EC18C782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MT"/>
          </a:p>
        </p:txBody>
      </p:sp>
      <p:sp>
        <p:nvSpPr>
          <p:cNvPr id="5" name="Slide Number Placeholder 4">
            <a:extLst>
              <a:ext uri="{FF2B5EF4-FFF2-40B4-BE49-F238E27FC236}">
                <a16:creationId xmlns:a16="http://schemas.microsoft.com/office/drawing/2014/main" id="{DE2AC87E-DA3E-6219-6F13-32E8211534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A4EB7B2-FA3B-F342-8F52-824AF5CBEE2B}" type="slidenum">
              <a:rPr lang="en-MT" smtClean="0"/>
              <a:t>‹#›</a:t>
            </a:fld>
            <a:endParaRPr lang="en-MT"/>
          </a:p>
        </p:txBody>
      </p:sp>
    </p:spTree>
    <p:extLst>
      <p:ext uri="{BB962C8B-B14F-4D97-AF65-F5344CB8AC3E}">
        <p14:creationId xmlns:p14="http://schemas.microsoft.com/office/powerpoint/2010/main" val="34386062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38" name="Shape 1338"/>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339" name="Shape 1339"/>
          <p:cNvSpPr>
            <a:spLocks noGrp="1"/>
          </p:cNvSpPr>
          <p:nvPr>
            <p:ph type="body" sz="quarter" idx="1"/>
          </p:nvPr>
        </p:nvSpPr>
        <p:spPr>
          <a:xfrm>
            <a:off x="914400" y="4343400"/>
            <a:ext cx="5029200" cy="4114800"/>
          </a:xfrm>
          <a:prstGeom prst="rect">
            <a:avLst/>
          </a:prstGeom>
        </p:spPr>
        <p:txBody>
          <a:bodyPr/>
          <a:lstStyle/>
          <a:p>
            <a:endParaRPr dirty="0"/>
          </a:p>
        </p:txBody>
      </p:sp>
    </p:spTree>
  </p:cSld>
  <p:clrMap bg1="lt1" tx1="dk1" bg2="lt2" tx2="dk2" accent1="accent1" accent2="accent2" accent3="accent3" accent4="accent4" accent5="accent5" accent6="accent6" hlink="hlink" folHlink="folHlink"/>
  <p:notesStyle>
    <a:lvl1pPr defTabSz="457200" latinLnBrk="0">
      <a:defRPr sz="1200" b="0" i="0">
        <a:latin typeface="Arial" panose="020B0604020202020204" pitchFamily="34" charset="0"/>
        <a:ea typeface="+mn-ea"/>
        <a:cs typeface="Arial" panose="020B0604020202020204" pitchFamily="34" charset="0"/>
        <a:sym typeface="Calibri"/>
      </a:defRPr>
    </a:lvl1pPr>
    <a:lvl2pPr indent="228600" defTabSz="457200" latinLnBrk="0">
      <a:defRPr sz="1200">
        <a:latin typeface="+mn-lt"/>
        <a:ea typeface="+mn-ea"/>
        <a:cs typeface="+mn-cs"/>
        <a:sym typeface="Calibri"/>
      </a:defRPr>
    </a:lvl2pPr>
    <a:lvl3pPr indent="457200" defTabSz="457200" latinLnBrk="0">
      <a:defRPr sz="1200">
        <a:latin typeface="+mn-lt"/>
        <a:ea typeface="+mn-ea"/>
        <a:cs typeface="+mn-cs"/>
        <a:sym typeface="Calibri"/>
      </a:defRPr>
    </a:lvl3pPr>
    <a:lvl4pPr indent="685800" defTabSz="457200" latinLnBrk="0">
      <a:defRPr sz="1200">
        <a:latin typeface="+mn-lt"/>
        <a:ea typeface="+mn-ea"/>
        <a:cs typeface="+mn-cs"/>
        <a:sym typeface="Calibri"/>
      </a:defRPr>
    </a:lvl4pPr>
    <a:lvl5pPr indent="914400" defTabSz="457200" latinLnBrk="0">
      <a:defRPr sz="1200">
        <a:latin typeface="+mn-lt"/>
        <a:ea typeface="+mn-ea"/>
        <a:cs typeface="+mn-cs"/>
        <a:sym typeface="Calibri"/>
      </a:defRPr>
    </a:lvl5pPr>
    <a:lvl6pPr indent="1143000" defTabSz="457200" latinLnBrk="0">
      <a:defRPr sz="1200">
        <a:latin typeface="+mn-lt"/>
        <a:ea typeface="+mn-ea"/>
        <a:cs typeface="+mn-cs"/>
        <a:sym typeface="Calibri"/>
      </a:defRPr>
    </a:lvl6pPr>
    <a:lvl7pPr indent="1371600" defTabSz="457200" latinLnBrk="0">
      <a:defRPr sz="1200">
        <a:latin typeface="+mn-lt"/>
        <a:ea typeface="+mn-ea"/>
        <a:cs typeface="+mn-cs"/>
        <a:sym typeface="Calibri"/>
      </a:defRPr>
    </a:lvl7pPr>
    <a:lvl8pPr indent="1600200" defTabSz="457200" latinLnBrk="0">
      <a:defRPr sz="1200">
        <a:latin typeface="+mn-lt"/>
        <a:ea typeface="+mn-ea"/>
        <a:cs typeface="+mn-cs"/>
        <a:sym typeface="Calibri"/>
      </a:defRPr>
    </a:lvl8pPr>
    <a:lvl9pPr indent="1828800" defTabSz="457200" latinLnBrk="0">
      <a:defRPr sz="1200">
        <a:latin typeface="+mn-lt"/>
        <a:ea typeface="+mn-ea"/>
        <a:cs typeface="+mn-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emf"/><Relationship Id="rId3" Type="http://schemas.openxmlformats.org/officeDocument/2006/relationships/image" Target="../media/image3.emf"/><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emf"/><Relationship Id="rId3"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emf"/><Relationship Id="rId3" Type="http://schemas.openxmlformats.org/officeDocument/2006/relationships/image" Target="../media/image8.emf"/><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emf"/><Relationship Id="rId3" Type="http://schemas.openxmlformats.org/officeDocument/2006/relationships/image" Target="../media/image4.emf"/></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emf"/><Relationship Id="rId3" Type="http://schemas.openxmlformats.org/officeDocument/2006/relationships/image" Target="../media/image4.emf"/></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emf"/><Relationship Id="rId3" Type="http://schemas.openxmlformats.org/officeDocument/2006/relationships/image" Target="../media/image14.png"/><Relationship Id="rId4" Type="http://schemas.openxmlformats.org/officeDocument/2006/relationships/image" Target="../media/image1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emf"/></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4.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4A73C4D-E2FF-BC90-DBF6-09E2EA6F6D72}"/>
              </a:ext>
            </a:extLst>
          </p:cNvPr>
          <p:cNvPicPr>
            <a:picLocks noChangeAspect="1"/>
          </p:cNvPicPr>
          <p:nvPr userDrawn="1"/>
        </p:nvPicPr>
        <p:blipFill>
          <a:blip r:embed="rId2"/>
          <a:stretch>
            <a:fillRect/>
          </a:stretch>
        </p:blipFill>
        <p:spPr>
          <a:xfrm>
            <a:off x="10197670" y="5461000"/>
            <a:ext cx="1816100" cy="1206500"/>
          </a:xfrm>
          <a:prstGeom prst="rect">
            <a:avLst/>
          </a:prstGeom>
        </p:spPr>
      </p:pic>
      <p:pic>
        <p:nvPicPr>
          <p:cNvPr id="5" name="Picture 4">
            <a:extLst>
              <a:ext uri="{FF2B5EF4-FFF2-40B4-BE49-F238E27FC236}">
                <a16:creationId xmlns:a16="http://schemas.microsoft.com/office/drawing/2014/main" id="{6169F764-5DCA-C9B6-5696-0A62DF5AD932}"/>
              </a:ext>
            </a:extLst>
          </p:cNvPr>
          <p:cNvPicPr>
            <a:picLocks noChangeAspect="1"/>
          </p:cNvPicPr>
          <p:nvPr userDrawn="1"/>
        </p:nvPicPr>
        <p:blipFill>
          <a:blip r:embed="rId3"/>
          <a:stretch>
            <a:fillRect/>
          </a:stretch>
        </p:blipFill>
        <p:spPr>
          <a:xfrm>
            <a:off x="165529" y="190499"/>
            <a:ext cx="1816100" cy="1206500"/>
          </a:xfrm>
          <a:prstGeom prst="rect">
            <a:avLst/>
          </a:prstGeom>
        </p:spPr>
      </p:pic>
      <p:sp>
        <p:nvSpPr>
          <p:cNvPr id="162" name="Text Placeholder 49"/>
          <p:cNvSpPr/>
          <p:nvPr/>
        </p:nvSpPr>
        <p:spPr>
          <a:xfrm>
            <a:off x="3554946" y="4955133"/>
            <a:ext cx="2120057"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400">
                <a:solidFill>
                  <a:schemeClr val="accent3">
                    <a:hueOff val="-3600000"/>
                    <a:lumOff val="3392"/>
                  </a:schemeClr>
                </a:solidFill>
              </a:defRPr>
            </a:lvl1pPr>
          </a:lstStyle>
          <a:p>
            <a:r>
              <a:t> </a:t>
            </a:r>
          </a:p>
        </p:txBody>
      </p:sp>
      <p:sp>
        <p:nvSpPr>
          <p:cNvPr id="163" name="Rectangle"/>
          <p:cNvSpPr/>
          <p:nvPr/>
        </p:nvSpPr>
        <p:spPr>
          <a:xfrm>
            <a:off x="165529" y="190499"/>
            <a:ext cx="11848241" cy="6477001"/>
          </a:xfrm>
          <a:prstGeom prst="rect">
            <a:avLst/>
          </a:prstGeom>
          <a:ln>
            <a:solidFill>
              <a:schemeClr val="tx1"/>
            </a:solidFill>
            <a:miter lim="400000"/>
          </a:ln>
        </p:spPr>
        <p:txBody>
          <a:bodyPr tIns="91439" bIns="91439" anchor="ctr"/>
          <a:lstStyle/>
          <a:p>
            <a:pPr algn="ctr">
              <a:lnSpc>
                <a:spcPct val="100000"/>
              </a:lnSpc>
              <a:defRPr sz="2800">
                <a:solidFill>
                  <a:schemeClr val="accent3"/>
                </a:solidFill>
              </a:defRPr>
            </a:pPr>
            <a:endParaRPr/>
          </a:p>
        </p:txBody>
      </p:sp>
      <p:sp>
        <p:nvSpPr>
          <p:cNvPr id="164" name="Presentation subtitle goes here."/>
          <p:cNvSpPr txBox="1">
            <a:spLocks noGrp="1"/>
          </p:cNvSpPr>
          <p:nvPr>
            <p:ph type="body" sz="quarter" idx="21" hasCustomPrompt="1"/>
          </p:nvPr>
        </p:nvSpPr>
        <p:spPr>
          <a:xfrm>
            <a:off x="640800" y="5850000"/>
            <a:ext cx="3818481" cy="630165"/>
          </a:xfrm>
          <a:prstGeom prst="rect">
            <a:avLst/>
          </a:prstGeom>
        </p:spPr>
        <p:txBody>
          <a:bodyPr lIns="0" tIns="0" rIns="0" bIns="0"/>
          <a:lstStyle>
            <a:lvl1pPr>
              <a:lnSpc>
                <a:spcPts val="1000"/>
              </a:lnSpc>
              <a:spcBef>
                <a:spcPts val="0"/>
              </a:spcBef>
              <a:tabLst>
                <a:tab pos="2222500" algn="l"/>
              </a:tabLst>
              <a:defRPr sz="700" spc="-25">
                <a:solidFill>
                  <a:srgbClr val="A32200"/>
                </a:solidFill>
              </a:defRPr>
            </a:lvl1pPr>
          </a:lstStyle>
          <a:p>
            <a:r>
              <a:rPr dirty="0"/>
              <a:t>Presentation subtitle goes here.</a:t>
            </a:r>
          </a:p>
        </p:txBody>
      </p:sp>
      <p:sp>
        <p:nvSpPr>
          <p:cNvPr id="166" name="Presentation subtitle goes here."/>
          <p:cNvSpPr txBox="1">
            <a:spLocks noGrp="1"/>
          </p:cNvSpPr>
          <p:nvPr>
            <p:ph type="body" sz="quarter" idx="23" hasCustomPrompt="1"/>
          </p:nvPr>
        </p:nvSpPr>
        <p:spPr>
          <a:xfrm>
            <a:off x="640800" y="4574120"/>
            <a:ext cx="8822225" cy="914427"/>
          </a:xfrm>
          <a:prstGeom prst="rect">
            <a:avLst/>
          </a:prstGeom>
        </p:spPr>
        <p:txBody>
          <a:bodyPr lIns="0" tIns="0" rIns="0" bIns="0"/>
          <a:lstStyle>
            <a:lvl1pPr>
              <a:lnSpc>
                <a:spcPts val="2000"/>
              </a:lnSpc>
              <a:spcBef>
                <a:spcPts val="0"/>
              </a:spcBef>
              <a:tabLst>
                <a:tab pos="2222500" algn="l"/>
              </a:tabLst>
              <a:defRPr sz="2000" spc="-71">
                <a:solidFill>
                  <a:schemeClr val="bg1"/>
                </a:solidFill>
              </a:defRPr>
            </a:lvl1pPr>
          </a:lstStyle>
          <a:p>
            <a:r>
              <a:rPr dirty="0"/>
              <a:t>Presentation subtitle goes here.</a:t>
            </a:r>
          </a:p>
        </p:txBody>
      </p:sp>
      <p:sp>
        <p:nvSpPr>
          <p:cNvPr id="10" name="Subtitle 2">
            <a:extLst>
              <a:ext uri="{FF2B5EF4-FFF2-40B4-BE49-F238E27FC236}">
                <a16:creationId xmlns:a16="http://schemas.microsoft.com/office/drawing/2014/main" id="{2F44458A-4D04-C6D0-24DA-103FE0768467}"/>
              </a:ext>
            </a:extLst>
          </p:cNvPr>
          <p:cNvSpPr>
            <a:spLocks noGrp="1"/>
          </p:cNvSpPr>
          <p:nvPr>
            <p:ph type="subTitle" idx="1" hasCustomPrompt="1"/>
          </p:nvPr>
        </p:nvSpPr>
        <p:spPr>
          <a:xfrm>
            <a:off x="644227" y="2845823"/>
            <a:ext cx="8820000" cy="1513235"/>
          </a:xfrm>
          <a:prstGeom prst="rect">
            <a:avLst/>
          </a:prstGeom>
        </p:spPr>
        <p:txBody>
          <a:bodyPr wrap="square" lIns="0" tIns="0" rIns="0" bIns="0" anchor="t" anchorCtr="0">
            <a:noAutofit/>
          </a:bodyPr>
          <a:lstStyle>
            <a:lvl1pPr marL="0" indent="0" algn="l">
              <a:lnSpc>
                <a:spcPts val="5500"/>
              </a:lnSpc>
              <a:spcBef>
                <a:spcPts val="800"/>
              </a:spcBef>
              <a:buNone/>
              <a:defRPr sz="6000" b="1" i="0" spc="-300">
                <a:solidFill>
                  <a:schemeClr val="tx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Presentation title</a:t>
            </a:r>
          </a:p>
          <a:p>
            <a:r>
              <a:rPr lang="en-US" dirty="0"/>
              <a:t>goes here.</a:t>
            </a:r>
          </a:p>
        </p:txBody>
      </p:sp>
      <p:pic>
        <p:nvPicPr>
          <p:cNvPr id="2" name="Picture 1">
            <a:extLst>
              <a:ext uri="{FF2B5EF4-FFF2-40B4-BE49-F238E27FC236}">
                <a16:creationId xmlns:a16="http://schemas.microsoft.com/office/drawing/2014/main" id="{D3154DDD-3D9A-5E49-4676-55F39F4870EE}"/>
              </a:ext>
            </a:extLst>
          </p:cNvPr>
          <p:cNvPicPr>
            <a:picLocks noChangeAspect="1"/>
          </p:cNvPicPr>
          <p:nvPr userDrawn="1"/>
        </p:nvPicPr>
        <p:blipFill>
          <a:blip r:embed="rId4"/>
          <a:stretch>
            <a:fillRect/>
          </a:stretch>
        </p:blipFill>
        <p:spPr>
          <a:xfrm>
            <a:off x="10121449" y="507429"/>
            <a:ext cx="1496116" cy="748058"/>
          </a:xfrm>
          <a:prstGeom prst="rect">
            <a:avLst/>
          </a:prstGeom>
        </p:spPr>
      </p:pic>
    </p:spTree>
    <p:extLst>
      <p:ext uri="{BB962C8B-B14F-4D97-AF65-F5344CB8AC3E}">
        <p14:creationId xmlns:p14="http://schemas.microsoft.com/office/powerpoint/2010/main" val="810603038"/>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rgbClr val="0BA2B3"/>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4F7324-CA8B-196E-4623-63A5CEE8EAF1}"/>
              </a:ext>
            </a:extLst>
          </p:cNvPr>
          <p:cNvPicPr>
            <a:picLocks noChangeAspect="1"/>
          </p:cNvPicPr>
          <p:nvPr userDrawn="1"/>
        </p:nvPicPr>
        <p:blipFill>
          <a:blip r:embed="rId2"/>
          <a:stretch>
            <a:fillRect/>
          </a:stretch>
        </p:blipFill>
        <p:spPr>
          <a:xfrm>
            <a:off x="10489770" y="5461000"/>
            <a:ext cx="1524000" cy="1206500"/>
          </a:xfrm>
          <a:prstGeom prst="rect">
            <a:avLst/>
          </a:prstGeom>
        </p:spPr>
      </p:pic>
      <p:sp>
        <p:nvSpPr>
          <p:cNvPr id="402" name="Text Placeholder 49"/>
          <p:cNvSpPr/>
          <p:nvPr/>
        </p:nvSpPr>
        <p:spPr>
          <a:xfrm>
            <a:off x="3554946" y="4955133"/>
            <a:ext cx="2120057"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400">
                <a:solidFill>
                  <a:schemeClr val="accent3">
                    <a:hueOff val="-3600000"/>
                    <a:lumOff val="3392"/>
                  </a:schemeClr>
                </a:solidFill>
              </a:defRPr>
            </a:lvl1pPr>
          </a:lstStyle>
          <a:p>
            <a:r>
              <a:t> </a:t>
            </a:r>
          </a:p>
        </p:txBody>
      </p:sp>
      <p:sp>
        <p:nvSpPr>
          <p:cNvPr id="404" name="Presentation subtitle goes here."/>
          <p:cNvSpPr txBox="1">
            <a:spLocks noGrp="1"/>
          </p:cNvSpPr>
          <p:nvPr>
            <p:ph type="body" sz="quarter" idx="22" hasCustomPrompt="1"/>
          </p:nvPr>
        </p:nvSpPr>
        <p:spPr>
          <a:xfrm>
            <a:off x="640800" y="5886454"/>
            <a:ext cx="8280000" cy="451754"/>
          </a:xfrm>
          <a:prstGeom prst="rect">
            <a:avLst/>
          </a:prstGeom>
        </p:spPr>
        <p:txBody>
          <a:bodyPr lIns="0" tIns="0" rIns="0" bIns="0"/>
          <a:lstStyle>
            <a:lvl1pPr>
              <a:lnSpc>
                <a:spcPts val="1500"/>
              </a:lnSpc>
              <a:spcBef>
                <a:spcPts val="0"/>
              </a:spcBef>
              <a:tabLst>
                <a:tab pos="2222500" algn="l"/>
              </a:tabLst>
              <a:defRPr sz="1500" spc="-53">
                <a:solidFill>
                  <a:schemeClr val="bg1"/>
                </a:solidFill>
              </a:defRPr>
            </a:lvl1pPr>
          </a:lstStyle>
          <a:p>
            <a:r>
              <a:rPr dirty="0"/>
              <a:t>Presentation subtitle goes here.</a:t>
            </a:r>
          </a:p>
        </p:txBody>
      </p:sp>
      <p:sp>
        <p:nvSpPr>
          <p:cNvPr id="411" name="Rectangle"/>
          <p:cNvSpPr/>
          <p:nvPr/>
        </p:nvSpPr>
        <p:spPr>
          <a:xfrm>
            <a:off x="165529" y="190499"/>
            <a:ext cx="11848241" cy="6477001"/>
          </a:xfrm>
          <a:prstGeom prst="rect">
            <a:avLst/>
          </a:prstGeom>
          <a:ln>
            <a:solidFill>
              <a:schemeClr val="tx1"/>
            </a:solidFill>
            <a:miter lim="400000"/>
          </a:ln>
        </p:spPr>
        <p:txBody>
          <a:bodyPr tIns="91439" bIns="91439" anchor="ctr"/>
          <a:lstStyle/>
          <a:p>
            <a:pPr algn="ctr">
              <a:lnSpc>
                <a:spcPct val="100000"/>
              </a:lnSpc>
              <a:defRPr sz="2800">
                <a:solidFill>
                  <a:schemeClr val="accent3"/>
                </a:solidFill>
              </a:defRPr>
            </a:pPr>
            <a:endParaRPr/>
          </a:p>
        </p:txBody>
      </p:sp>
      <p:sp>
        <p:nvSpPr>
          <p:cNvPr id="2" name="Title 1">
            <a:extLst>
              <a:ext uri="{FF2B5EF4-FFF2-40B4-BE49-F238E27FC236}">
                <a16:creationId xmlns:a16="http://schemas.microsoft.com/office/drawing/2014/main" id="{C47FAC7F-2270-BA58-47C4-1CCA98AFDC48}"/>
              </a:ext>
            </a:extLst>
          </p:cNvPr>
          <p:cNvSpPr>
            <a:spLocks noGrp="1"/>
          </p:cNvSpPr>
          <p:nvPr>
            <p:ph type="title" hasCustomPrompt="1"/>
          </p:nvPr>
        </p:nvSpPr>
        <p:spPr>
          <a:xfrm>
            <a:off x="640800" y="4843803"/>
            <a:ext cx="8280000" cy="1037888"/>
          </a:xfrm>
          <a:prstGeom prst="rect">
            <a:avLst/>
          </a:prstGeom>
        </p:spPr>
        <p:txBody>
          <a:bodyPr lIns="0" tIns="0" rIns="0" bIns="0"/>
          <a:lstStyle>
            <a:lvl1pPr>
              <a:lnSpc>
                <a:spcPts val="4000"/>
              </a:lnSpc>
              <a:spcBef>
                <a:spcPts val="0"/>
              </a:spcBef>
              <a:defRPr sz="4000" spc="-220" baseline="0">
                <a:solidFill>
                  <a:srgbClr val="FFFFFF"/>
                </a:solidFill>
              </a:defRPr>
            </a:lvl1pPr>
          </a:lstStyle>
          <a:p>
            <a:r>
              <a:rPr lang="en-GB" dirty="0"/>
              <a:t>Presentation title goes here</a:t>
            </a:r>
            <a:br>
              <a:rPr lang="en-GB" dirty="0"/>
            </a:br>
            <a:r>
              <a:rPr lang="en-GB" dirty="0"/>
              <a:t>in maximum 2 lines.</a:t>
            </a:r>
            <a:endParaRPr lang="en-RS" dirty="0"/>
          </a:p>
        </p:txBody>
      </p:sp>
      <p:pic>
        <p:nvPicPr>
          <p:cNvPr id="6" name="Picture 5">
            <a:extLst>
              <a:ext uri="{FF2B5EF4-FFF2-40B4-BE49-F238E27FC236}">
                <a16:creationId xmlns:a16="http://schemas.microsoft.com/office/drawing/2014/main" id="{133CDE45-56ED-B37C-C67D-C43BC1CBB05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616196" y="435122"/>
            <a:ext cx="1116970" cy="363664"/>
          </a:xfrm>
          <a:prstGeom prst="rect">
            <a:avLst/>
          </a:prstGeom>
        </p:spPr>
      </p:pic>
    </p:spTree>
    <p:extLst>
      <p:ext uri="{BB962C8B-B14F-4D97-AF65-F5344CB8AC3E}">
        <p14:creationId xmlns:p14="http://schemas.microsoft.com/office/powerpoint/2010/main" val="370291974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chemeClr val="bg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p:txBody>
          <a:bodyPr/>
          <a:lstStyle/>
          <a:p>
            <a:fld id="{86CB4B4D-7CA3-9044-876B-883B54F8677D}" type="slidenum">
              <a:rPr lang="en-MT" smtClean="0"/>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p:cNvSpPr>
          <p:nvPr>
            <p:ph type="body" sz="quarter" idx="15" hasCustomPrompt="1"/>
          </p:nvPr>
        </p:nvSpPr>
        <p:spPr>
          <a:xfrm>
            <a:off x="360000" y="1440000"/>
            <a:ext cx="9000000" cy="360000"/>
          </a:xfrm>
          <a:prstGeom prst="rect">
            <a:avLst/>
          </a:prstGeom>
        </p:spPr>
        <p:txBody>
          <a:bodyPr lIns="0" tIns="0" rIns="0" bIns="0">
            <a:noAutofit/>
          </a:bodyPr>
          <a:lstStyle>
            <a:lvl1pPr>
              <a:lnSpc>
                <a:spcPts val="2200"/>
              </a:lnSpc>
              <a:spcBef>
                <a:spcPts val="0"/>
              </a:spcBef>
              <a:defRPr sz="2200" b="1" spc="-40" baseline="0">
                <a:solidFill>
                  <a:schemeClr val="bg1"/>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chemeClr val="bg1"/>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9000000" cy="4320000"/>
          </a:xfrm>
          <a:prstGeom prst="rect">
            <a:avLst/>
          </a:prstGeom>
        </p:spPr>
        <p:txBody>
          <a:bodyPr wrap="square" lIns="0" tIns="0" rIns="0" bIns="0">
            <a:noAutofit/>
          </a:bodyPr>
          <a:lstStyle>
            <a:lvl1pPr>
              <a:buClr>
                <a:schemeClr val="bg1"/>
              </a:buClr>
              <a:buSzPct val="100000"/>
              <a:defRPr>
                <a:solidFill>
                  <a:schemeClr val="bg1"/>
                </a:solidFill>
              </a:defRPr>
            </a:lvl1pPr>
            <a:lvl2pPr>
              <a:buClr>
                <a:schemeClr val="bg1"/>
              </a:buClr>
              <a:buSzPct val="100000"/>
              <a:defRPr baseline="0">
                <a:solidFill>
                  <a:schemeClr val="bg1"/>
                </a:solidFill>
              </a:defRPr>
            </a:lvl2pPr>
            <a:lvl3pPr>
              <a:buClr>
                <a:schemeClr val="bg1"/>
              </a:buClr>
              <a:buSzPct val="100000"/>
              <a:defRPr>
                <a:solidFill>
                  <a:schemeClr val="bg1"/>
                </a:solidFill>
              </a:defRPr>
            </a:lvl3pPr>
            <a:lvl4pPr>
              <a:buClr>
                <a:schemeClr val="bg1"/>
              </a:buClr>
              <a:buSzPct val="100000"/>
              <a:defRPr>
                <a:solidFill>
                  <a:schemeClr val="bg1"/>
                </a:solidFill>
              </a:defRPr>
            </a:lvl4pPr>
            <a:lvl5pPr>
              <a:buClr>
                <a:schemeClr val="bg1"/>
              </a:buClr>
              <a:buSzPct val="100000"/>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2854849"/>
      </p:ext>
    </p:extLst>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383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and Content Dar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rgbClr val="FFFFFF"/>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p:cNvSpPr>
          <p:nvPr>
            <p:ph type="body" sz="quarter" idx="15" hasCustomPrompt="1"/>
          </p:nvPr>
        </p:nvSpPr>
        <p:spPr>
          <a:xfrm>
            <a:off x="360000" y="1440000"/>
            <a:ext cx="9000000" cy="360000"/>
          </a:xfrm>
          <a:prstGeom prst="rect">
            <a:avLst/>
          </a:prstGeom>
        </p:spPr>
        <p:txBody>
          <a:bodyPr lIns="0" tIns="0" rIns="0" bIns="0">
            <a:noAutofit/>
          </a:bodyPr>
          <a:lstStyle>
            <a:lvl1pPr>
              <a:lnSpc>
                <a:spcPts val="2200"/>
              </a:lnSpc>
              <a:spcBef>
                <a:spcPts val="0"/>
              </a:spcBef>
              <a:defRPr sz="2200" b="1" spc="-40" baseline="0">
                <a:solidFill>
                  <a:srgbClr val="FFFFFF"/>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rgbClr val="FFFFFF"/>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9000000" cy="4320000"/>
          </a:xfrm>
          <a:prstGeom prst="rect">
            <a:avLst/>
          </a:prstGeom>
        </p:spPr>
        <p:txBody>
          <a:bodyPr wrap="square" lIns="0" tIns="0" rIns="0" bIns="0">
            <a:noAutofit/>
          </a:bodyPr>
          <a:lstStyle>
            <a:lvl1pPr>
              <a:buClr>
                <a:srgbClr val="FFFFFF"/>
              </a:buClr>
              <a:buSzPct val="100000"/>
              <a:defRPr>
                <a:solidFill>
                  <a:srgbClr val="FFFFFF"/>
                </a:solidFill>
              </a:defRPr>
            </a:lvl1pPr>
            <a:lvl2pPr>
              <a:buClr>
                <a:srgbClr val="FFFFFF"/>
              </a:buClr>
              <a:buSzPct val="100000"/>
              <a:defRPr baseline="0">
                <a:solidFill>
                  <a:srgbClr val="FFFFFF"/>
                </a:solidFill>
              </a:defRPr>
            </a:lvl2pPr>
            <a:lvl3pPr>
              <a:buClr>
                <a:srgbClr val="FFFFFF"/>
              </a:buClr>
              <a:buSzPct val="100000"/>
              <a:defRPr>
                <a:solidFill>
                  <a:srgbClr val="FFFFFF"/>
                </a:solidFill>
              </a:defRPr>
            </a:lvl3pPr>
            <a:lvl4pPr>
              <a:buClr>
                <a:srgbClr val="FFFFFF"/>
              </a:buClr>
              <a:buSzPct val="100000"/>
              <a:defRPr>
                <a:solidFill>
                  <a:srgbClr val="FFFFFF"/>
                </a:solidFill>
              </a:defRPr>
            </a:lvl4pPr>
            <a:lvl5pPr>
              <a:buClr>
                <a:srgbClr val="FFFFFF"/>
              </a:buClr>
              <a:buSzPct val="100000"/>
              <a:defRPr>
                <a:solidFill>
                  <a:srgbClr val="FFFFF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26">
            <a:extLst>
              <a:ext uri="{FF2B5EF4-FFF2-40B4-BE49-F238E27FC236}">
                <a16:creationId xmlns:a16="http://schemas.microsoft.com/office/drawing/2014/main" id="{1AF881B0-6E18-8D27-53FB-8E78FA3095F7}"/>
              </a:ext>
            </a:extLst>
          </p:cNvPr>
          <p:cNvSpPr/>
          <p:nvPr userDrawn="1"/>
        </p:nvSpPr>
        <p:spPr>
          <a:xfrm>
            <a:off x="500" y="6761481"/>
            <a:ext cx="12178800" cy="96520"/>
          </a:xfrm>
          <a:prstGeom prst="rect">
            <a:avLst/>
          </a:prstGeom>
          <a:solidFill>
            <a:schemeClr val="accent4"/>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4" name="Picture 3">
            <a:extLst>
              <a:ext uri="{FF2B5EF4-FFF2-40B4-BE49-F238E27FC236}">
                <a16:creationId xmlns:a16="http://schemas.microsoft.com/office/drawing/2014/main" id="{B8B9E036-63B8-BABD-33F1-5BC9082BA90C}"/>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2748429553"/>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Teal">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rgbClr val="FFFFFF"/>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p:cNvSpPr>
          <p:nvPr>
            <p:ph type="body" sz="quarter" idx="15" hasCustomPrompt="1"/>
          </p:nvPr>
        </p:nvSpPr>
        <p:spPr>
          <a:xfrm>
            <a:off x="360000" y="1440000"/>
            <a:ext cx="9000000" cy="360000"/>
          </a:xfrm>
          <a:prstGeom prst="rect">
            <a:avLst/>
          </a:prstGeom>
        </p:spPr>
        <p:txBody>
          <a:bodyPr lIns="0" tIns="0" rIns="0" bIns="0">
            <a:noAutofit/>
          </a:bodyPr>
          <a:lstStyle>
            <a:lvl1pPr>
              <a:lnSpc>
                <a:spcPts val="2200"/>
              </a:lnSpc>
              <a:spcBef>
                <a:spcPts val="0"/>
              </a:spcBef>
              <a:defRPr sz="2200" b="1" spc="-40" baseline="0">
                <a:solidFill>
                  <a:srgbClr val="FFFFFF"/>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rgbClr val="FFFFFF"/>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9000000" cy="4320000"/>
          </a:xfrm>
          <a:prstGeom prst="rect">
            <a:avLst/>
          </a:prstGeom>
        </p:spPr>
        <p:txBody>
          <a:bodyPr wrap="square" lIns="0" tIns="0" rIns="0" bIns="0">
            <a:noAutofit/>
          </a:bodyPr>
          <a:lstStyle>
            <a:lvl1pPr>
              <a:buClr>
                <a:srgbClr val="FFFFFF"/>
              </a:buClr>
              <a:buSzPct val="100000"/>
              <a:defRPr>
                <a:solidFill>
                  <a:srgbClr val="FFFFFF"/>
                </a:solidFill>
              </a:defRPr>
            </a:lvl1pPr>
            <a:lvl2pPr>
              <a:buClr>
                <a:srgbClr val="FFFFFF"/>
              </a:buClr>
              <a:buSzPct val="100000"/>
              <a:defRPr baseline="0">
                <a:solidFill>
                  <a:srgbClr val="FFFFFF"/>
                </a:solidFill>
              </a:defRPr>
            </a:lvl2pPr>
            <a:lvl3pPr>
              <a:buClr>
                <a:srgbClr val="FFFFFF"/>
              </a:buClr>
              <a:buSzPct val="100000"/>
              <a:defRPr>
                <a:solidFill>
                  <a:srgbClr val="FFFFFF"/>
                </a:solidFill>
              </a:defRPr>
            </a:lvl3pPr>
            <a:lvl4pPr>
              <a:buClr>
                <a:srgbClr val="FFFFFF"/>
              </a:buClr>
              <a:buSzPct val="100000"/>
              <a:defRPr>
                <a:solidFill>
                  <a:srgbClr val="FFFFFF"/>
                </a:solidFill>
              </a:defRPr>
            </a:lvl4pPr>
            <a:lvl5pPr>
              <a:buClr>
                <a:srgbClr val="FFFFFF"/>
              </a:buClr>
              <a:buSzPct val="100000"/>
              <a:defRPr>
                <a:solidFill>
                  <a:srgbClr val="FFFFFF"/>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26">
            <a:extLst>
              <a:ext uri="{FF2B5EF4-FFF2-40B4-BE49-F238E27FC236}">
                <a16:creationId xmlns:a16="http://schemas.microsoft.com/office/drawing/2014/main" id="{8094EDF9-0B9F-F29C-3C80-EFBD9E4D6C49}"/>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5" name="Picture 4">
            <a:extLst>
              <a:ext uri="{FF2B5EF4-FFF2-40B4-BE49-F238E27FC236}">
                <a16:creationId xmlns:a16="http://schemas.microsoft.com/office/drawing/2014/main" id="{84167BFE-ED3C-83B8-FECA-185F5C7BA577}"/>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3269243840"/>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B5EC6-D35A-10B8-5EA0-50BF83AD45B9}"/>
              </a:ext>
            </a:extLst>
          </p:cNvPr>
          <p:cNvSpPr>
            <a:spLocks noGrp="1"/>
          </p:cNvSpPr>
          <p:nvPr>
            <p:ph type="title" hasCustomPrompt="1"/>
          </p:nvPr>
        </p:nvSpPr>
        <p:spPr/>
        <p:txBody>
          <a:bodyPr/>
          <a:lstStyle>
            <a:lvl1pPr>
              <a:defRPr>
                <a:solidFill>
                  <a:schemeClr val="bg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9269A480-B1A1-5C47-6F30-1A57779A5887}"/>
              </a:ext>
            </a:extLst>
          </p:cNvPr>
          <p:cNvSpPr>
            <a:spLocks noGrp="1"/>
          </p:cNvSpPr>
          <p:nvPr>
            <p:ph type="sldNum" sz="quarter" idx="10"/>
          </p:nvPr>
        </p:nvSpPr>
        <p:spPr/>
        <p:txBody>
          <a:bodyPr/>
          <a:lstStyle/>
          <a:p>
            <a:fld id="{86CB4B4D-7CA3-9044-876B-883B54F8677D}" type="slidenum">
              <a:rPr lang="en-MT" smtClean="0"/>
              <a:t>‹#›</a:t>
            </a:fld>
            <a:endParaRPr lang="en-MT" dirty="0"/>
          </a:p>
        </p:txBody>
      </p:sp>
    </p:spTree>
    <p:extLst>
      <p:ext uri="{BB962C8B-B14F-4D97-AF65-F5344CB8AC3E}">
        <p14:creationId xmlns:p14="http://schemas.microsoft.com/office/powerpoint/2010/main" val="1437223348"/>
      </p:ext>
    </p:extLst>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383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Headline only Dar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rgbClr val="FFFFFF"/>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4" name="Rectangle 26">
            <a:extLst>
              <a:ext uri="{FF2B5EF4-FFF2-40B4-BE49-F238E27FC236}">
                <a16:creationId xmlns:a16="http://schemas.microsoft.com/office/drawing/2014/main" id="{A37C948F-854A-8FBB-50DD-E5D312C9C27A}"/>
              </a:ext>
            </a:extLst>
          </p:cNvPr>
          <p:cNvSpPr/>
          <p:nvPr userDrawn="1"/>
        </p:nvSpPr>
        <p:spPr>
          <a:xfrm>
            <a:off x="500" y="6761481"/>
            <a:ext cx="12178800" cy="96520"/>
          </a:xfrm>
          <a:prstGeom prst="rect">
            <a:avLst/>
          </a:prstGeom>
          <a:solidFill>
            <a:schemeClr val="accent4"/>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5" name="Picture 4">
            <a:extLst>
              <a:ext uri="{FF2B5EF4-FFF2-40B4-BE49-F238E27FC236}">
                <a16:creationId xmlns:a16="http://schemas.microsoft.com/office/drawing/2014/main" id="{AA22D9B2-02EB-3F5D-FE5D-896350F8429D}"/>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1631166975"/>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Headline only Teal">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rgbClr val="FFFFFF"/>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5" name="Rectangle 26">
            <a:extLst>
              <a:ext uri="{FF2B5EF4-FFF2-40B4-BE49-F238E27FC236}">
                <a16:creationId xmlns:a16="http://schemas.microsoft.com/office/drawing/2014/main" id="{0F83599E-08BA-C7BD-E23C-5534343B05C5}"/>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4" name="Picture 3">
            <a:extLst>
              <a:ext uri="{FF2B5EF4-FFF2-40B4-BE49-F238E27FC236}">
                <a16:creationId xmlns:a16="http://schemas.microsoft.com/office/drawing/2014/main" id="{28ED4990-B85C-39F0-60DA-A271B7492A1E}"/>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244110458"/>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2 Content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BF7E67D-18D5-6A8D-7953-FEA5113E7AB7}"/>
              </a:ext>
            </a:extLst>
          </p:cNvPr>
          <p:cNvPicPr>
            <a:picLocks noChangeAspect="1"/>
          </p:cNvPicPr>
          <p:nvPr userDrawn="1"/>
        </p:nvPicPr>
        <p:blipFill>
          <a:blip r:embed="rId2"/>
          <a:stretch>
            <a:fillRect/>
          </a:stretch>
        </p:blipFill>
        <p:spPr>
          <a:xfrm>
            <a:off x="6089650" y="0"/>
            <a:ext cx="6089650" cy="2087592"/>
          </a:xfrm>
          <a:prstGeom prst="rect">
            <a:avLst/>
          </a:prstGeom>
        </p:spPr>
      </p:pic>
      <p:pic>
        <p:nvPicPr>
          <p:cNvPr id="7" name="Picture 6">
            <a:extLst>
              <a:ext uri="{FF2B5EF4-FFF2-40B4-BE49-F238E27FC236}">
                <a16:creationId xmlns:a16="http://schemas.microsoft.com/office/drawing/2014/main" id="{B02CA3FB-76AE-FD67-66CE-9977642A8241}"/>
              </a:ext>
            </a:extLst>
          </p:cNvPr>
          <p:cNvPicPr>
            <a:picLocks noChangeAspect="1"/>
          </p:cNvPicPr>
          <p:nvPr userDrawn="1"/>
        </p:nvPicPr>
        <p:blipFill>
          <a:blip r:embed="rId3"/>
          <a:stretch>
            <a:fillRect/>
          </a:stretch>
        </p:blipFill>
        <p:spPr>
          <a:xfrm>
            <a:off x="0" y="2692400"/>
            <a:ext cx="4178300" cy="4165600"/>
          </a:xfrm>
          <a:prstGeom prst="rect">
            <a:avLst/>
          </a:prstGeom>
        </p:spPr>
      </p:pic>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chemeClr val="bg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p:txBody>
          <a:bodyPr/>
          <a:lstStyle>
            <a:lvl1pPr>
              <a:defRPr>
                <a:solidFill>
                  <a:schemeClr val="bg1"/>
                </a:solidFill>
              </a:defRPr>
            </a:lvl1pPr>
          </a:lstStyle>
          <a:p>
            <a:fld id="{86CB4B4D-7CA3-9044-876B-883B54F8677D}" type="slidenum">
              <a:rPr lang="en-MT" smtClean="0"/>
              <a:pPr/>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noChangeAspect="1"/>
          </p:cNvSpPr>
          <p:nvPr>
            <p:ph type="body" sz="quarter" idx="15" hasCustomPrompt="1"/>
          </p:nvPr>
        </p:nvSpPr>
        <p:spPr>
          <a:xfrm>
            <a:off x="360000" y="1440000"/>
            <a:ext cx="5040000" cy="252000"/>
          </a:xfrm>
          <a:prstGeom prst="rect">
            <a:avLst/>
          </a:prstGeom>
        </p:spPr>
        <p:txBody>
          <a:bodyPr lIns="0" tIns="0" rIns="0" bIns="0">
            <a:noAutofit/>
          </a:bodyPr>
          <a:lstStyle>
            <a:lvl1pPr>
              <a:lnSpc>
                <a:spcPts val="2200"/>
              </a:lnSpc>
              <a:spcBef>
                <a:spcPts val="0"/>
              </a:spcBef>
              <a:defRPr sz="2200" b="1" spc="-40" baseline="0">
                <a:solidFill>
                  <a:schemeClr val="bg1"/>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chemeClr val="bg1"/>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5040000" cy="4320000"/>
          </a:xfrm>
          <a:prstGeom prst="rect">
            <a:avLst/>
          </a:prstGeom>
        </p:spPr>
        <p:txBody>
          <a:bodyPr wrap="square" lIns="0" tIns="0" rIns="0" bIns="0">
            <a:noAutofit/>
          </a:bodyPr>
          <a:lstStyle>
            <a:lvl1pPr>
              <a:buClr>
                <a:schemeClr val="bg2"/>
              </a:buClr>
              <a:buSzPct val="100000"/>
              <a:defRPr>
                <a:solidFill>
                  <a:schemeClr val="bg1"/>
                </a:solidFill>
              </a:defRPr>
            </a:lvl1pPr>
            <a:lvl2pPr>
              <a:buClr>
                <a:schemeClr val="bg2"/>
              </a:buClr>
              <a:buSzPct val="100000"/>
              <a:defRPr baseline="0">
                <a:solidFill>
                  <a:schemeClr val="bg1"/>
                </a:solidFill>
              </a:defRPr>
            </a:lvl2pPr>
            <a:lvl3pPr>
              <a:buClr>
                <a:schemeClr val="bg2"/>
              </a:buClr>
              <a:buSzPct val="100000"/>
              <a:defRPr>
                <a:solidFill>
                  <a:schemeClr val="bg1"/>
                </a:solidFill>
              </a:defRPr>
            </a:lvl3pPr>
            <a:lvl4pPr>
              <a:buClr>
                <a:schemeClr val="bg2"/>
              </a:buClr>
              <a:buSzPct val="100000"/>
              <a:defRPr>
                <a:solidFill>
                  <a:schemeClr val="bg1"/>
                </a:solidFill>
              </a:defRPr>
            </a:lvl4pPr>
            <a:lvl5pPr>
              <a:buClr>
                <a:schemeClr val="bg2"/>
              </a:buClr>
              <a:buSzPct val="100000"/>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CF5A879-E102-A7F6-E438-DA657371CA28}"/>
              </a:ext>
            </a:extLst>
          </p:cNvPr>
          <p:cNvSpPr>
            <a:spLocks noGrp="1" noChangeAspect="1"/>
          </p:cNvSpPr>
          <p:nvPr>
            <p:ph type="body" sz="quarter" idx="17" hasCustomPrompt="1"/>
          </p:nvPr>
        </p:nvSpPr>
        <p:spPr>
          <a:xfrm>
            <a:off x="6089650" y="1440000"/>
            <a:ext cx="5040000" cy="252000"/>
          </a:xfrm>
          <a:prstGeom prst="rect">
            <a:avLst/>
          </a:prstGeom>
        </p:spPr>
        <p:txBody>
          <a:bodyPr lIns="0" tIns="0" rIns="0" bIns="0">
            <a:noAutofit/>
          </a:bodyPr>
          <a:lstStyle>
            <a:lvl1pPr>
              <a:lnSpc>
                <a:spcPts val="2200"/>
              </a:lnSpc>
              <a:spcBef>
                <a:spcPts val="0"/>
              </a:spcBef>
              <a:defRPr sz="2200" b="1" spc="-40" baseline="0">
                <a:solidFill>
                  <a:schemeClr val="bg1"/>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chemeClr val="bg1"/>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5" name="Content Placeholder 2">
            <a:extLst>
              <a:ext uri="{FF2B5EF4-FFF2-40B4-BE49-F238E27FC236}">
                <a16:creationId xmlns:a16="http://schemas.microsoft.com/office/drawing/2014/main" id="{89492F2E-9B45-D3A3-949A-69F4E3A117F0}"/>
              </a:ext>
            </a:extLst>
          </p:cNvPr>
          <p:cNvSpPr>
            <a:spLocks noGrp="1"/>
          </p:cNvSpPr>
          <p:nvPr>
            <p:ph idx="18"/>
          </p:nvPr>
        </p:nvSpPr>
        <p:spPr>
          <a:xfrm>
            <a:off x="6089650" y="1799999"/>
            <a:ext cx="5040000" cy="4320000"/>
          </a:xfrm>
          <a:prstGeom prst="rect">
            <a:avLst/>
          </a:prstGeom>
        </p:spPr>
        <p:txBody>
          <a:bodyPr wrap="square" lIns="0" tIns="0" rIns="0" bIns="0">
            <a:noAutofit/>
          </a:bodyPr>
          <a:lstStyle>
            <a:lvl1pPr>
              <a:buClr>
                <a:schemeClr val="bg2"/>
              </a:buClr>
              <a:buSzPct val="100000"/>
              <a:defRPr>
                <a:solidFill>
                  <a:schemeClr val="bg1"/>
                </a:solidFill>
              </a:defRPr>
            </a:lvl1pPr>
            <a:lvl2pPr>
              <a:buClr>
                <a:schemeClr val="bg2"/>
              </a:buClr>
              <a:buSzPct val="100000"/>
              <a:defRPr baseline="0">
                <a:solidFill>
                  <a:schemeClr val="bg1"/>
                </a:solidFill>
              </a:defRPr>
            </a:lvl2pPr>
            <a:lvl3pPr>
              <a:buClr>
                <a:schemeClr val="bg2"/>
              </a:buClr>
              <a:buSzPct val="100000"/>
              <a:defRPr>
                <a:solidFill>
                  <a:schemeClr val="bg1"/>
                </a:solidFill>
              </a:defRPr>
            </a:lvl3pPr>
            <a:lvl4pPr>
              <a:buClr>
                <a:schemeClr val="bg2"/>
              </a:buClr>
              <a:buSzPct val="100000"/>
              <a:defRPr>
                <a:solidFill>
                  <a:schemeClr val="bg1"/>
                </a:solidFill>
              </a:defRPr>
            </a:lvl4pPr>
            <a:lvl5pPr>
              <a:buClr>
                <a:schemeClr val="bg2"/>
              </a:buClr>
              <a:buSzPct val="100000"/>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Rectangle 26">
            <a:extLst>
              <a:ext uri="{FF2B5EF4-FFF2-40B4-BE49-F238E27FC236}">
                <a16:creationId xmlns:a16="http://schemas.microsoft.com/office/drawing/2014/main" id="{568F95BD-C79E-1D24-6A04-74C72803F653}"/>
              </a:ext>
            </a:extLst>
          </p:cNvPr>
          <p:cNvSpPr/>
          <p:nvPr userDrawn="1"/>
        </p:nvSpPr>
        <p:spPr>
          <a:xfrm>
            <a:off x="500" y="6761480"/>
            <a:ext cx="12178800"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10" name="Picture 9">
            <a:extLst>
              <a:ext uri="{FF2B5EF4-FFF2-40B4-BE49-F238E27FC236}">
                <a16:creationId xmlns:a16="http://schemas.microsoft.com/office/drawing/2014/main" id="{948CE9FC-0B4F-2C3E-032C-662E264555D7}"/>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10667661" y="404660"/>
            <a:ext cx="1063903" cy="346387"/>
          </a:xfrm>
          <a:prstGeom prst="rect">
            <a:avLst/>
          </a:prstGeom>
        </p:spPr>
      </p:pic>
    </p:spTree>
    <p:extLst>
      <p:ext uri="{BB962C8B-B14F-4D97-AF65-F5344CB8AC3E}">
        <p14:creationId xmlns:p14="http://schemas.microsoft.com/office/powerpoint/2010/main" val="175258455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mparison">
    <p:bg>
      <p:bgPr>
        <a:solidFill>
          <a:schemeClr val="accent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EE5D8D0-80F5-51A5-1B07-109FA11D2876}"/>
              </a:ext>
            </a:extLst>
          </p:cNvPr>
          <p:cNvPicPr>
            <a:picLocks noChangeAspect="1"/>
          </p:cNvPicPr>
          <p:nvPr userDrawn="1"/>
        </p:nvPicPr>
        <p:blipFill>
          <a:blip r:embed="rId2"/>
          <a:stretch>
            <a:fillRect/>
          </a:stretch>
        </p:blipFill>
        <p:spPr>
          <a:xfrm>
            <a:off x="0" y="0"/>
            <a:ext cx="7567885" cy="6858000"/>
          </a:xfrm>
          <a:prstGeom prst="rect">
            <a:avLst/>
          </a:prstGeom>
        </p:spPr>
      </p:pic>
      <p:sp>
        <p:nvSpPr>
          <p:cNvPr id="771" name="Slide Number"/>
          <p:cNvSpPr txBox="1">
            <a:spLocks noGrp="1"/>
          </p:cNvSpPr>
          <p:nvPr>
            <p:ph type="sldNum" sz="quarter" idx="2"/>
          </p:nvPr>
        </p:nvSpPr>
        <p:spPr>
          <a:xfrm>
            <a:off x="11574470" y="6480000"/>
            <a:ext cx="157094" cy="153888"/>
          </a:xfrm>
          <a:prstGeom prst="rect">
            <a:avLst/>
          </a:prstGeom>
        </p:spPr>
        <p:txBody>
          <a:bodyPr/>
          <a:lstStyle>
            <a:lvl1pPr>
              <a:defRPr>
                <a:solidFill>
                  <a:schemeClr val="tx1"/>
                </a:solidFill>
              </a:defRPr>
            </a:lvl1pPr>
          </a:lstStyle>
          <a:p>
            <a:fld id="{86CB4B4D-7CA3-9044-876B-883B54F8677D}" type="slidenum">
              <a:rPr lang="en-MT" smtClean="0"/>
              <a:pPr/>
              <a:t>‹#›</a:t>
            </a:fld>
            <a:endParaRPr lang="en-MT"/>
          </a:p>
        </p:txBody>
      </p:sp>
      <p:sp>
        <p:nvSpPr>
          <p:cNvPr id="2" name="Title 1">
            <a:extLst>
              <a:ext uri="{FF2B5EF4-FFF2-40B4-BE49-F238E27FC236}">
                <a16:creationId xmlns:a16="http://schemas.microsoft.com/office/drawing/2014/main" id="{9D122760-6141-1BBA-A1C0-71FC81DE61D6}"/>
              </a:ext>
            </a:extLst>
          </p:cNvPr>
          <p:cNvSpPr>
            <a:spLocks noGrp="1"/>
          </p:cNvSpPr>
          <p:nvPr>
            <p:ph type="title" hasCustomPrompt="1"/>
          </p:nvPr>
        </p:nvSpPr>
        <p:spPr>
          <a:xfrm>
            <a:off x="359999" y="1674394"/>
            <a:ext cx="5040000" cy="900000"/>
          </a:xfrm>
          <a:prstGeom prst="rect">
            <a:avLst/>
          </a:prstGeom>
        </p:spPr>
        <p:txBody>
          <a:bodyPr/>
          <a:lstStyle>
            <a:lvl1pPr>
              <a:lnSpc>
                <a:spcPts val="3000"/>
              </a:lnSpc>
              <a:spcBef>
                <a:spcPts val="0"/>
              </a:spcBef>
              <a:defRPr sz="3000" spc="-150" baseline="0">
                <a:solidFill>
                  <a:schemeClr val="bg1"/>
                </a:solidFill>
              </a:defRPr>
            </a:lvl1pPr>
          </a:lstStyle>
          <a:p>
            <a:r>
              <a:rPr lang="en-GB" dirty="0"/>
              <a:t>Headline goes here.</a:t>
            </a:r>
            <a:br>
              <a:rPr lang="en-GB" dirty="0"/>
            </a:br>
            <a:r>
              <a:rPr lang="en-GB" dirty="0"/>
              <a:t>Maximum in 2 lines.</a:t>
            </a:r>
            <a:endParaRPr lang="en-RS" dirty="0"/>
          </a:p>
        </p:txBody>
      </p:sp>
      <p:sp>
        <p:nvSpPr>
          <p:cNvPr id="6" name="Text Placeholder 5">
            <a:extLst>
              <a:ext uri="{FF2B5EF4-FFF2-40B4-BE49-F238E27FC236}">
                <a16:creationId xmlns:a16="http://schemas.microsoft.com/office/drawing/2014/main" id="{692E8514-1FD9-1D48-F636-D07CF9B3E97F}"/>
              </a:ext>
            </a:extLst>
          </p:cNvPr>
          <p:cNvSpPr>
            <a:spLocks noGrp="1"/>
          </p:cNvSpPr>
          <p:nvPr>
            <p:ph type="body" sz="quarter" idx="25" hasCustomPrompt="1"/>
          </p:nvPr>
        </p:nvSpPr>
        <p:spPr>
          <a:xfrm>
            <a:off x="6480000" y="1674393"/>
            <a:ext cx="5040000" cy="900000"/>
          </a:xfrm>
          <a:prstGeom prst="rect">
            <a:avLst/>
          </a:prstGeom>
        </p:spPr>
        <p:txBody>
          <a:bodyPr lIns="0" tIns="0" rIns="0" bIns="0"/>
          <a:lstStyle>
            <a:lvl1pPr>
              <a:lnSpc>
                <a:spcPts val="3000"/>
              </a:lnSpc>
              <a:spcBef>
                <a:spcPts val="0"/>
              </a:spcBef>
              <a:defRPr sz="3000" b="1" i="0" spc="-150" baseline="0">
                <a:solidFill>
                  <a:srgbClr val="FFFFFF"/>
                </a:solidFill>
                <a:latin typeface="Arial" panose="020B0604020202020204" pitchFamily="34" charset="0"/>
                <a:cs typeface="Arial" panose="020B0604020202020204" pitchFamily="34" charset="0"/>
              </a:defRPr>
            </a:lvl1pPr>
          </a:lstStyle>
          <a:p>
            <a:pPr lvl="0"/>
            <a:r>
              <a:rPr lang="en-GB" dirty="0"/>
              <a:t>Headline goes here.</a:t>
            </a:r>
          </a:p>
          <a:p>
            <a:pPr lvl="0"/>
            <a:r>
              <a:rPr lang="en-GB" dirty="0"/>
              <a:t>Maximum in 2 lines.</a:t>
            </a:r>
            <a:endParaRPr lang="en-RS" dirty="0"/>
          </a:p>
        </p:txBody>
      </p:sp>
      <p:sp>
        <p:nvSpPr>
          <p:cNvPr id="8" name="Text Placeholder 7">
            <a:extLst>
              <a:ext uri="{FF2B5EF4-FFF2-40B4-BE49-F238E27FC236}">
                <a16:creationId xmlns:a16="http://schemas.microsoft.com/office/drawing/2014/main" id="{39CEBE2D-F2C3-88C0-3F92-6DB010B000A0}"/>
              </a:ext>
            </a:extLst>
          </p:cNvPr>
          <p:cNvSpPr>
            <a:spLocks noGrp="1"/>
          </p:cNvSpPr>
          <p:nvPr>
            <p:ph type="body" sz="quarter" idx="26" hasCustomPrompt="1"/>
          </p:nvPr>
        </p:nvSpPr>
        <p:spPr>
          <a:xfrm>
            <a:off x="6480000" y="2834245"/>
            <a:ext cx="5040000" cy="3240000"/>
          </a:xfrm>
          <a:prstGeom prst="rect">
            <a:avLst/>
          </a:prstGeom>
        </p:spPr>
        <p:txBody>
          <a:bodyPr lIns="0" tIns="0" rIns="0" bIns="0"/>
          <a:lstStyle>
            <a:lvl1pPr marL="230400" indent="-230400">
              <a:buClr>
                <a:schemeClr val="accent1"/>
              </a:buClr>
              <a:buSzPct val="120000"/>
              <a:buFont typeface="Arial" panose="020B0604020202020204" pitchFamily="34" charset="0"/>
              <a:buChar char="•"/>
              <a:defRPr sz="1400">
                <a:solidFill>
                  <a:srgbClr val="FFFFFF"/>
                </a:solidFill>
              </a:defRPr>
            </a:lvl1pPr>
          </a:lstStyle>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p>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p>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endParaRPr lang="en-RS" dirty="0"/>
          </a:p>
        </p:txBody>
      </p:sp>
      <p:sp>
        <p:nvSpPr>
          <p:cNvPr id="10" name="Text Placeholder 9">
            <a:extLst>
              <a:ext uri="{FF2B5EF4-FFF2-40B4-BE49-F238E27FC236}">
                <a16:creationId xmlns:a16="http://schemas.microsoft.com/office/drawing/2014/main" id="{81C44C58-2ED7-4D46-7596-BC9E68CD7429}"/>
              </a:ext>
            </a:extLst>
          </p:cNvPr>
          <p:cNvSpPr>
            <a:spLocks noGrp="1"/>
          </p:cNvSpPr>
          <p:nvPr>
            <p:ph type="body" sz="quarter" idx="27" hasCustomPrompt="1"/>
          </p:nvPr>
        </p:nvSpPr>
        <p:spPr>
          <a:xfrm>
            <a:off x="360000" y="2834245"/>
            <a:ext cx="5040000" cy="3240000"/>
          </a:xfrm>
          <a:prstGeom prst="rect">
            <a:avLst/>
          </a:prstGeom>
        </p:spPr>
        <p:txBody>
          <a:bodyPr lIns="0" tIns="0" rIns="0" bIns="0"/>
          <a:lstStyle>
            <a:lvl1pPr marL="230400" indent="-230400">
              <a:buClr>
                <a:schemeClr val="accent1"/>
              </a:buClr>
              <a:buSzPct val="120000"/>
              <a:buFont typeface="Arial" panose="020B0604020202020204" pitchFamily="34" charset="0"/>
              <a:buChar char="•"/>
              <a:defRPr sz="1400">
                <a:solidFill>
                  <a:schemeClr val="bg1"/>
                </a:solidFill>
              </a:defRPr>
            </a:lvl1pPr>
          </a:lstStyle>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p>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p>
          <a:p>
            <a:pPr lvl="0"/>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 </a:t>
            </a:r>
            <a:r>
              <a:rPr lang="en-GB" dirty="0" err="1"/>
              <a:t>ut</a:t>
            </a:r>
            <a:r>
              <a:rPr lang="en-GB" dirty="0"/>
              <a:t> </a:t>
            </a:r>
            <a:r>
              <a:rPr lang="en-GB" dirty="0" err="1"/>
              <a:t>laoreet</a:t>
            </a:r>
            <a:r>
              <a:rPr lang="en-GB" dirty="0"/>
              <a:t> dolore magna </a:t>
            </a:r>
            <a:r>
              <a:rPr lang="en-GB" dirty="0" err="1"/>
              <a:t>aliquam</a:t>
            </a:r>
            <a:r>
              <a:rPr lang="en-GB" dirty="0"/>
              <a:t> </a:t>
            </a:r>
            <a:r>
              <a:rPr lang="en-GB" dirty="0" err="1"/>
              <a:t>erat</a:t>
            </a:r>
            <a:r>
              <a:rPr lang="en-GB" dirty="0"/>
              <a:t> </a:t>
            </a:r>
            <a:r>
              <a:rPr lang="en-GB" dirty="0" err="1"/>
              <a:t>volutpat</a:t>
            </a:r>
            <a:r>
              <a:rPr lang="en-GB" dirty="0"/>
              <a:t>.</a:t>
            </a:r>
            <a:endParaRPr lang="en-RS" dirty="0"/>
          </a:p>
        </p:txBody>
      </p:sp>
      <p:sp>
        <p:nvSpPr>
          <p:cNvPr id="4" name="Rectangle 26">
            <a:extLst>
              <a:ext uri="{FF2B5EF4-FFF2-40B4-BE49-F238E27FC236}">
                <a16:creationId xmlns:a16="http://schemas.microsoft.com/office/drawing/2014/main" id="{AC0B41AC-E660-039B-D957-02D6B6044830}"/>
              </a:ext>
            </a:extLst>
          </p:cNvPr>
          <p:cNvSpPr/>
          <p:nvPr userDrawn="1"/>
        </p:nvSpPr>
        <p:spPr>
          <a:xfrm>
            <a:off x="500" y="6761480"/>
            <a:ext cx="12178800"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3" name="Picture 2">
            <a:extLst>
              <a:ext uri="{FF2B5EF4-FFF2-40B4-BE49-F238E27FC236}">
                <a16:creationId xmlns:a16="http://schemas.microsoft.com/office/drawing/2014/main" id="{970FB612-69BE-4BC2-2F09-D99BA96EC833}"/>
              </a:ext>
            </a:extLst>
          </p:cNvPr>
          <p:cNvPicPr>
            <a:picLocks noChangeAspect="1"/>
          </p:cNvPicPr>
          <p:nvPr userDrawn="1"/>
        </p:nvPicPr>
        <p:blipFill>
          <a:blip r:embed="rId3"/>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399643521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Quote Slide">
    <p:bg>
      <p:bgPr>
        <a:solidFill>
          <a:schemeClr val="accent2"/>
        </a:solidFill>
        <a:effectLst/>
      </p:bgPr>
    </p:bg>
    <p:spTree>
      <p:nvGrpSpPr>
        <p:cNvPr id="1" name=""/>
        <p:cNvGrpSpPr/>
        <p:nvPr/>
      </p:nvGrpSpPr>
      <p:grpSpPr>
        <a:xfrm>
          <a:off x="0" y="0"/>
          <a:ext cx="0" cy="0"/>
          <a:chOff x="0" y="0"/>
          <a:chExt cx="0" cy="0"/>
        </a:xfrm>
      </p:grpSpPr>
      <p:sp>
        <p:nvSpPr>
          <p:cNvPr id="824" name="Text Placeholder 49"/>
          <p:cNvSpPr/>
          <p:nvPr/>
        </p:nvSpPr>
        <p:spPr>
          <a:xfrm>
            <a:off x="3554946" y="4955133"/>
            <a:ext cx="2120057"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lvl1pPr algn="ctr">
              <a:defRPr sz="1400">
                <a:solidFill>
                  <a:schemeClr val="accent3">
                    <a:hueOff val="-3600000"/>
                    <a:lumOff val="3392"/>
                  </a:schemeClr>
                </a:solidFill>
              </a:defRPr>
            </a:lvl1pPr>
          </a:lstStyle>
          <a:p>
            <a:r>
              <a:t> </a:t>
            </a:r>
          </a:p>
        </p:txBody>
      </p:sp>
      <p:sp>
        <p:nvSpPr>
          <p:cNvPr id="827" name="“"/>
          <p:cNvSpPr txBox="1"/>
          <p:nvPr/>
        </p:nvSpPr>
        <p:spPr>
          <a:xfrm>
            <a:off x="1343734" y="2179914"/>
            <a:ext cx="239177" cy="32742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lvl1pPr>
              <a:lnSpc>
                <a:spcPts val="3800"/>
              </a:lnSpc>
              <a:tabLst>
                <a:tab pos="2222500" algn="l"/>
              </a:tabLst>
              <a:defRPr sz="3800" spc="-173">
                <a:solidFill>
                  <a:schemeClr val="accent3">
                    <a:hueOff val="-3600000"/>
                    <a:lumOff val="3392"/>
                  </a:schemeClr>
                </a:solidFill>
              </a:defRPr>
            </a:lvl1pPr>
          </a:lstStyle>
          <a:p>
            <a:r>
              <a:rPr dirty="0">
                <a:solidFill>
                  <a:schemeClr val="tx1"/>
                </a:solidFill>
              </a:rPr>
              <a:t>“</a:t>
            </a:r>
          </a:p>
        </p:txBody>
      </p:sp>
      <p:sp>
        <p:nvSpPr>
          <p:cNvPr id="828" name="Rectangle"/>
          <p:cNvSpPr/>
          <p:nvPr/>
        </p:nvSpPr>
        <p:spPr>
          <a:xfrm>
            <a:off x="165529" y="190499"/>
            <a:ext cx="11848241" cy="6477001"/>
          </a:xfrm>
          <a:prstGeom prst="rect">
            <a:avLst/>
          </a:prstGeom>
          <a:ln>
            <a:solidFill>
              <a:schemeClr val="tx1"/>
            </a:solidFill>
            <a:miter lim="400000"/>
          </a:ln>
        </p:spPr>
        <p:txBody>
          <a:bodyPr tIns="91439" bIns="91439" anchor="ctr"/>
          <a:lstStyle/>
          <a:p>
            <a:pPr algn="ctr">
              <a:lnSpc>
                <a:spcPct val="100000"/>
              </a:lnSpc>
              <a:defRPr sz="2800">
                <a:solidFill>
                  <a:schemeClr val="accent3"/>
                </a:solidFill>
              </a:defRPr>
            </a:pPr>
            <a:endParaRPr/>
          </a:p>
        </p:txBody>
      </p:sp>
      <p:sp>
        <p:nvSpPr>
          <p:cNvPr id="831" name="Square"/>
          <p:cNvSpPr/>
          <p:nvPr userDrawn="1"/>
        </p:nvSpPr>
        <p:spPr>
          <a:xfrm rot="10800000" flipH="1">
            <a:off x="9366432" y="5569929"/>
            <a:ext cx="505472" cy="505473"/>
          </a:xfrm>
          <a:prstGeom prst="rect">
            <a:avLst/>
          </a:prstGeom>
          <a:solidFill>
            <a:srgbClr val="0BA2B3"/>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
        <p:nvSpPr>
          <p:cNvPr id="7" name="Title 6">
            <a:extLst>
              <a:ext uri="{FF2B5EF4-FFF2-40B4-BE49-F238E27FC236}">
                <a16:creationId xmlns:a16="http://schemas.microsoft.com/office/drawing/2014/main" id="{988AE7EF-64E9-48B7-4CF2-BE88B7C09CA6}"/>
              </a:ext>
            </a:extLst>
          </p:cNvPr>
          <p:cNvSpPr>
            <a:spLocks noGrp="1"/>
          </p:cNvSpPr>
          <p:nvPr>
            <p:ph type="title" hasCustomPrompt="1"/>
          </p:nvPr>
        </p:nvSpPr>
        <p:spPr>
          <a:xfrm>
            <a:off x="1591200" y="2187168"/>
            <a:ext cx="8405525" cy="1977391"/>
          </a:xfrm>
          <a:prstGeom prst="rect">
            <a:avLst/>
          </a:prstGeom>
        </p:spPr>
        <p:txBody>
          <a:bodyPr/>
          <a:lstStyle>
            <a:lvl1pPr>
              <a:lnSpc>
                <a:spcPts val="3800"/>
              </a:lnSpc>
              <a:spcBef>
                <a:spcPts val="0"/>
              </a:spcBef>
              <a:defRPr sz="3800" spc="-170" baseline="0">
                <a:solidFill>
                  <a:srgbClr val="FFFFFF"/>
                </a:solidFill>
              </a:defRPr>
            </a:lvl1pPr>
          </a:lstStyle>
          <a:p>
            <a:r>
              <a:rPr lang="en-GB" dirty="0" err="1"/>
              <a:t>Neceptatio</a:t>
            </a:r>
            <a:r>
              <a:rPr lang="en-GB" dirty="0"/>
              <a:t> </a:t>
            </a:r>
            <a:r>
              <a:rPr lang="en-GB" dirty="0" err="1"/>
              <a:t>odis</a:t>
            </a:r>
            <a:r>
              <a:rPr lang="en-GB" dirty="0"/>
              <a:t> non cum que </a:t>
            </a:r>
            <a:r>
              <a:rPr lang="en-GB" dirty="0" err="1"/>
              <a:t>molum</a:t>
            </a:r>
            <a:r>
              <a:rPr lang="en-GB" dirty="0"/>
              <a:t> qui </a:t>
            </a:r>
            <a:r>
              <a:rPr lang="en-GB" dirty="0" err="1"/>
              <a:t>berum</a:t>
            </a:r>
            <a:r>
              <a:rPr lang="en-GB" dirty="0"/>
              <a:t> re </a:t>
            </a:r>
            <a:r>
              <a:rPr lang="en-GB" dirty="0" err="1"/>
              <a:t>ea</a:t>
            </a:r>
            <a:r>
              <a:rPr lang="en-GB" dirty="0"/>
              <a:t> </a:t>
            </a:r>
            <a:r>
              <a:rPr lang="en-GB" dirty="0" err="1"/>
              <a:t>adi</a:t>
            </a:r>
            <a:r>
              <a:rPr lang="en-GB" dirty="0"/>
              <a:t> </a:t>
            </a:r>
            <a:r>
              <a:rPr lang="en-GB" dirty="0" err="1"/>
              <a:t>dest</a:t>
            </a:r>
            <a:r>
              <a:rPr lang="en-GB" dirty="0"/>
              <a:t> </a:t>
            </a:r>
            <a:r>
              <a:rPr lang="en-GB" dirty="0" err="1"/>
              <a:t>asimus</a:t>
            </a:r>
            <a:r>
              <a:rPr lang="en-GB" dirty="0"/>
              <a:t> </a:t>
            </a:r>
            <a:r>
              <a:rPr lang="en-GB" dirty="0" err="1"/>
              <a:t>modit</a:t>
            </a:r>
            <a:r>
              <a:rPr lang="en-GB" dirty="0"/>
              <a:t> </a:t>
            </a:r>
            <a:r>
              <a:rPr lang="en-GB" dirty="0" err="1"/>
              <a:t>iumet</a:t>
            </a:r>
            <a:r>
              <a:rPr lang="en-GB" dirty="0"/>
              <a:t> </a:t>
            </a:r>
            <a:r>
              <a:rPr lang="en-GB" dirty="0" err="1"/>
              <a:t>optate</a:t>
            </a:r>
            <a:r>
              <a:rPr lang="en-GB" dirty="0"/>
              <a:t> </a:t>
            </a:r>
            <a:r>
              <a:rPr lang="en-GB" dirty="0" err="1"/>
              <a:t>vernam</a:t>
            </a:r>
            <a:r>
              <a:rPr lang="en-GB" dirty="0"/>
              <a:t> as qui </a:t>
            </a:r>
            <a:r>
              <a:rPr lang="en-GB" dirty="0" err="1"/>
              <a:t>officabores</a:t>
            </a:r>
            <a:r>
              <a:rPr lang="en-GB" dirty="0"/>
              <a:t> </a:t>
            </a:r>
            <a:r>
              <a:rPr lang="en-GB" dirty="0" err="1"/>
              <a:t>asi</a:t>
            </a:r>
            <a:r>
              <a:rPr lang="en-GB" dirty="0"/>
              <a:t> od </a:t>
            </a:r>
            <a:r>
              <a:rPr lang="en-GB" dirty="0" err="1"/>
              <a:t>quam</a:t>
            </a:r>
            <a:r>
              <a:rPr lang="en-GB" dirty="0"/>
              <a:t> ex.”</a:t>
            </a:r>
            <a:endParaRPr lang="en-RS" dirty="0"/>
          </a:p>
        </p:txBody>
      </p:sp>
      <p:sp>
        <p:nvSpPr>
          <p:cNvPr id="4" name="Text Placeholder 3">
            <a:extLst>
              <a:ext uri="{FF2B5EF4-FFF2-40B4-BE49-F238E27FC236}">
                <a16:creationId xmlns:a16="http://schemas.microsoft.com/office/drawing/2014/main" id="{0C98FABA-03E9-FFE1-F488-077364696FEB}"/>
              </a:ext>
            </a:extLst>
          </p:cNvPr>
          <p:cNvSpPr>
            <a:spLocks noGrp="1"/>
          </p:cNvSpPr>
          <p:nvPr>
            <p:ph type="body" sz="quarter" idx="21"/>
          </p:nvPr>
        </p:nvSpPr>
        <p:spPr>
          <a:xfrm>
            <a:off x="1591200" y="4421963"/>
            <a:ext cx="7025229" cy="835517"/>
          </a:xfrm>
          <a:prstGeom prst="rect">
            <a:avLst/>
          </a:prstGeom>
        </p:spPr>
        <p:txBody>
          <a:bodyPr lIns="0" tIns="0" rIns="0" bIns="0">
            <a:noAutofit/>
          </a:bodyPr>
          <a:lstStyle>
            <a:lvl1pPr>
              <a:spcBef>
                <a:spcPts val="0"/>
              </a:spcBef>
              <a:defRPr sz="1600" b="1">
                <a:solidFill>
                  <a:schemeClr val="tx1"/>
                </a:solidFill>
              </a:defRPr>
            </a:lvl1pPr>
            <a:lvl2pPr marL="0" indent="0">
              <a:spcBef>
                <a:spcPts val="0"/>
              </a:spcBef>
              <a:buNone/>
              <a:defRPr sz="1600" b="1">
                <a:solidFill>
                  <a:schemeClr val="tx2"/>
                </a:solidFill>
              </a:defRPr>
            </a:lvl2pPr>
            <a:lvl3pPr marL="0" indent="0">
              <a:spcBef>
                <a:spcPts val="0"/>
              </a:spcBef>
              <a:buNone/>
              <a:defRPr sz="1600">
                <a:solidFill>
                  <a:schemeClr val="tx2"/>
                </a:solidFill>
              </a:defRPr>
            </a:lvl3pPr>
          </a:lstStyle>
          <a:p>
            <a:pPr lvl="0"/>
            <a:r>
              <a:rPr lang="en-US"/>
              <a:t>Click to edit Master text styles</a:t>
            </a:r>
          </a:p>
          <a:p>
            <a:pPr lvl="1"/>
            <a:r>
              <a:rPr lang="en-US"/>
              <a:t>Second level</a:t>
            </a:r>
          </a:p>
          <a:p>
            <a:pPr lvl="2"/>
            <a:r>
              <a:rPr lang="en-US"/>
              <a:t>Third level</a:t>
            </a:r>
          </a:p>
        </p:txBody>
      </p:sp>
      <p:pic>
        <p:nvPicPr>
          <p:cNvPr id="3" name="Picture 2">
            <a:extLst>
              <a:ext uri="{FF2B5EF4-FFF2-40B4-BE49-F238E27FC236}">
                <a16:creationId xmlns:a16="http://schemas.microsoft.com/office/drawing/2014/main" id="{351FC9C7-5636-7C28-B31A-915D1D97FE4F}"/>
              </a:ext>
            </a:extLst>
          </p:cNvPr>
          <p:cNvPicPr>
            <a:picLocks noChangeAspect="1"/>
          </p:cNvPicPr>
          <p:nvPr userDrawn="1"/>
        </p:nvPicPr>
        <p:blipFill>
          <a:blip r:embed="rId2"/>
          <a:stretch>
            <a:fillRect/>
          </a:stretch>
        </p:blipFill>
        <p:spPr>
          <a:xfrm>
            <a:off x="9374886" y="5067046"/>
            <a:ext cx="2006600" cy="1003300"/>
          </a:xfrm>
          <a:prstGeom prst="rect">
            <a:avLst/>
          </a:prstGeom>
        </p:spPr>
      </p:pic>
      <p:pic>
        <p:nvPicPr>
          <p:cNvPr id="2" name="Picture 1">
            <a:extLst>
              <a:ext uri="{FF2B5EF4-FFF2-40B4-BE49-F238E27FC236}">
                <a16:creationId xmlns:a16="http://schemas.microsoft.com/office/drawing/2014/main" id="{56FA4E22-A36B-3DE6-7D3E-A1F49569E89C}"/>
              </a:ext>
            </a:extLst>
          </p:cNvPr>
          <p:cNvPicPr>
            <a:picLocks noChangeAspect="1"/>
          </p:cNvPicPr>
          <p:nvPr userDrawn="1"/>
        </p:nvPicPr>
        <p:blipFill>
          <a:blip r:embed="rId3"/>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84634750"/>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photo">
    <p:spTree>
      <p:nvGrpSpPr>
        <p:cNvPr id="1" name=""/>
        <p:cNvGrpSpPr/>
        <p:nvPr/>
      </p:nvGrpSpPr>
      <p:grpSpPr>
        <a:xfrm>
          <a:off x="0" y="0"/>
          <a:ext cx="0" cy="0"/>
          <a:chOff x="0" y="0"/>
          <a:chExt cx="0" cy="0"/>
        </a:xfrm>
      </p:grpSpPr>
      <p:sp>
        <p:nvSpPr>
          <p:cNvPr id="4" name="Picture Placeholder 13">
            <a:extLst>
              <a:ext uri="{FF2B5EF4-FFF2-40B4-BE49-F238E27FC236}">
                <a16:creationId xmlns:a16="http://schemas.microsoft.com/office/drawing/2014/main" id="{6428E0B8-6EE1-8590-A6C5-89D1F5E64790}"/>
              </a:ext>
            </a:extLst>
          </p:cNvPr>
          <p:cNvSpPr>
            <a:spLocks noGrp="1"/>
          </p:cNvSpPr>
          <p:nvPr>
            <p:ph type="pic" sz="half" idx="22"/>
          </p:nvPr>
        </p:nvSpPr>
        <p:spPr>
          <a:xfrm>
            <a:off x="7937500" y="1447601"/>
            <a:ext cx="4241800" cy="5410399"/>
          </a:xfrm>
          <a:prstGeom prst="rect">
            <a:avLst/>
          </a:prstGeom>
        </p:spPr>
        <p:txBody>
          <a:bodyPr lIns="91439" tIns="45719" rIns="91439" bIns="45719"/>
          <a:lstStyle>
            <a:lvl1pPr>
              <a:defRPr>
                <a:solidFill>
                  <a:schemeClr val="bg1"/>
                </a:solidFill>
              </a:defRPr>
            </a:lvl1pPr>
          </a:lstStyle>
          <a:p>
            <a:r>
              <a:rPr lang="en-US"/>
              <a:t>Click icon to add picture</a:t>
            </a:r>
            <a:endParaRPr dirty="0"/>
          </a:p>
        </p:txBody>
      </p:sp>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p:txBody>
          <a:bodyPr wrap="square"/>
          <a:lstStyle>
            <a:lvl1pPr>
              <a:defRPr>
                <a:solidFill>
                  <a:schemeClr val="bg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p:txBody>
          <a:bodyPr/>
          <a:lstStyle/>
          <a:p>
            <a:fld id="{86CB4B4D-7CA3-9044-876B-883B54F8677D}" type="slidenum">
              <a:rPr lang="en-MT" smtClean="0"/>
              <a:t>‹#›</a:t>
            </a:fld>
            <a:endParaRPr lang="en-MT" dirty="0"/>
          </a:p>
        </p:txBody>
      </p:sp>
      <p:sp>
        <p:nvSpPr>
          <p:cNvPr id="6" name="Text Placeholder 3">
            <a:extLst>
              <a:ext uri="{FF2B5EF4-FFF2-40B4-BE49-F238E27FC236}">
                <a16:creationId xmlns:a16="http://schemas.microsoft.com/office/drawing/2014/main" id="{D3833682-F29A-7019-93CC-CF5F9A6F20EE}"/>
              </a:ext>
            </a:extLst>
          </p:cNvPr>
          <p:cNvSpPr>
            <a:spLocks noGrp="1"/>
          </p:cNvSpPr>
          <p:nvPr>
            <p:ph type="body" sz="quarter" idx="15" hasCustomPrompt="1"/>
          </p:nvPr>
        </p:nvSpPr>
        <p:spPr>
          <a:xfrm>
            <a:off x="360000" y="1440000"/>
            <a:ext cx="7200000" cy="360000"/>
          </a:xfrm>
          <a:prstGeom prst="rect">
            <a:avLst/>
          </a:prstGeom>
        </p:spPr>
        <p:txBody>
          <a:bodyPr lIns="0" tIns="0" rIns="0" bIns="0">
            <a:noAutofit/>
          </a:bodyPr>
          <a:lstStyle>
            <a:lvl1pPr>
              <a:lnSpc>
                <a:spcPts val="2200"/>
              </a:lnSpc>
              <a:spcBef>
                <a:spcPts val="0"/>
              </a:spcBef>
              <a:defRPr sz="2200" b="1" spc="-40" baseline="0">
                <a:solidFill>
                  <a:schemeClr val="bg1"/>
                </a:solidFill>
              </a:defRPr>
            </a:lvl1pPr>
            <a:lvl2pPr marL="0" indent="-104400">
              <a:lnSpc>
                <a:spcPts val="1600"/>
              </a:lnSpc>
              <a:spcBef>
                <a:spcPts val="1000"/>
              </a:spcBef>
              <a:buNone/>
              <a:defRPr sz="1200" b="0" spc="-40" baseline="0">
                <a:solidFill>
                  <a:srgbClr val="172325"/>
                </a:solidFill>
              </a:defRPr>
            </a:lvl2pPr>
            <a:lvl3pPr marL="273600" indent="-104400">
              <a:lnSpc>
                <a:spcPts val="1600"/>
              </a:lnSpc>
              <a:spcBef>
                <a:spcPts val="1000"/>
              </a:spcBef>
              <a:buFont typeface="Arial" panose="020B0604020202020204" pitchFamily="34" charset="0"/>
              <a:buChar char="•"/>
              <a:defRPr sz="1200" spc="-40" baseline="0">
                <a:solidFill>
                  <a:schemeClr val="bg1"/>
                </a:solidFill>
              </a:defRPr>
            </a:lvl3pPr>
            <a:lvl4pPr marL="339147" indent="0">
              <a:buClr>
                <a:srgbClr val="FFFFFF"/>
              </a:buClr>
              <a:buFont typeface="System Font Regular"/>
              <a:buNone/>
              <a:defRPr>
                <a:solidFill>
                  <a:srgbClr val="172325"/>
                </a:solidFill>
              </a:defRPr>
            </a:lvl4pPr>
            <a:lvl5pPr marL="513137" indent="0">
              <a:buNone/>
              <a:defRPr>
                <a:solidFill>
                  <a:srgbClr val="172325"/>
                </a:solidFill>
              </a:defRPr>
            </a:lvl5pPr>
            <a:lvl6pPr marL="730800">
              <a:defRPr>
                <a:solidFill>
                  <a:srgbClr val="FFFFFF"/>
                </a:solidFill>
              </a:defRPr>
            </a:lvl6pPr>
          </a:lstStyle>
          <a:p>
            <a:pPr lvl="0"/>
            <a:r>
              <a:rPr lang="en-US" dirty="0"/>
              <a:t>Subtitle</a:t>
            </a:r>
          </a:p>
          <a:p>
            <a:pPr lvl="2"/>
            <a:endParaRPr lang="en-US"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799999"/>
            <a:ext cx="7200000" cy="4320000"/>
          </a:xfrm>
          <a:prstGeom prst="rect">
            <a:avLst/>
          </a:prstGeom>
        </p:spPr>
        <p:txBody>
          <a:bodyPr wrap="square" lIns="0" tIns="0" rIns="0" bIns="0">
            <a:noAutofit/>
          </a:bodyPr>
          <a:lstStyle>
            <a:lvl1pPr>
              <a:buClr>
                <a:schemeClr val="bg1"/>
              </a:buClr>
              <a:buSzPct val="100000"/>
              <a:defRPr>
                <a:solidFill>
                  <a:schemeClr val="bg1"/>
                </a:solidFill>
              </a:defRPr>
            </a:lvl1pPr>
            <a:lvl2pPr>
              <a:buClr>
                <a:schemeClr val="bg1"/>
              </a:buClr>
              <a:buSzPct val="100000"/>
              <a:defRPr baseline="0">
                <a:solidFill>
                  <a:schemeClr val="bg1"/>
                </a:solidFill>
              </a:defRPr>
            </a:lvl2pPr>
            <a:lvl3pPr>
              <a:buClr>
                <a:schemeClr val="bg1"/>
              </a:buClr>
              <a:buSzPct val="100000"/>
              <a:defRPr>
                <a:solidFill>
                  <a:schemeClr val="bg1"/>
                </a:solidFill>
              </a:defRPr>
            </a:lvl3pPr>
            <a:lvl4pPr>
              <a:buClr>
                <a:schemeClr val="bg1"/>
              </a:buClr>
              <a:buSzPct val="100000"/>
              <a:defRPr>
                <a:solidFill>
                  <a:schemeClr val="bg1"/>
                </a:solidFill>
              </a:defRPr>
            </a:lvl4pPr>
            <a:lvl5pPr>
              <a:buClr>
                <a:schemeClr val="bg1"/>
              </a:buClr>
              <a:buSzPct val="100000"/>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07E80830-552E-8F9C-BD8E-5F35ED2B8C60}"/>
              </a:ext>
            </a:extLst>
          </p:cNvPr>
          <p:cNvPicPr>
            <a:picLocks noChangeAspect="1"/>
          </p:cNvPicPr>
          <p:nvPr userDrawn="1"/>
        </p:nvPicPr>
        <p:blipFill>
          <a:blip r:embed="rId2"/>
          <a:stretch>
            <a:fillRect/>
          </a:stretch>
        </p:blipFill>
        <p:spPr>
          <a:xfrm>
            <a:off x="7937500" y="3935445"/>
            <a:ext cx="965200" cy="965200"/>
          </a:xfrm>
          <a:prstGeom prst="rect">
            <a:avLst/>
          </a:prstGeom>
        </p:spPr>
      </p:pic>
      <p:sp>
        <p:nvSpPr>
          <p:cNvPr id="7" name="Neceptatio odis non cum que molum qui berum re ea adi dest asimus modit iumet optate vernam as qui officabores asi od quam ex el id qui des repe sinvelendion. Andebitiis quae corehent aut alicimus.">
            <a:extLst>
              <a:ext uri="{FF2B5EF4-FFF2-40B4-BE49-F238E27FC236}">
                <a16:creationId xmlns:a16="http://schemas.microsoft.com/office/drawing/2014/main" id="{2DBBBB28-154D-7A9D-62D2-50AF83AE98E4}"/>
              </a:ext>
            </a:extLst>
          </p:cNvPr>
          <p:cNvSpPr>
            <a:spLocks noGrp="1"/>
          </p:cNvSpPr>
          <p:nvPr>
            <p:ph type="body" sz="quarter" idx="23"/>
          </p:nvPr>
        </p:nvSpPr>
        <p:spPr>
          <a:xfrm>
            <a:off x="2793987" y="4888595"/>
            <a:ext cx="6980036" cy="1969405"/>
          </a:xfrm>
          <a:prstGeom prst="rect">
            <a:avLst/>
          </a:prstGeom>
          <a:solidFill>
            <a:srgbClr val="CCF2FF"/>
          </a:solidFill>
        </p:spPr>
        <p:txBody>
          <a:bodyPr lIns="317500" tIns="317500" rIns="317500" bIns="317500"/>
          <a:lstStyle>
            <a:lvl1pPr>
              <a:lnSpc>
                <a:spcPts val="2200"/>
              </a:lnSpc>
              <a:spcBef>
                <a:spcPts val="0"/>
              </a:spcBef>
              <a:defRPr sz="1900" b="1">
                <a:solidFill>
                  <a:schemeClr val="accent1"/>
                </a:solidFill>
              </a:defRPr>
            </a:lvl1pPr>
          </a:lstStyle>
          <a:p>
            <a:pPr lvl="0"/>
            <a:r>
              <a:rPr lang="en-US"/>
              <a:t>Click to edit Master text styles</a:t>
            </a:r>
          </a:p>
        </p:txBody>
      </p:sp>
      <p:sp>
        <p:nvSpPr>
          <p:cNvPr id="8" name="Rectangle 26">
            <a:extLst>
              <a:ext uri="{FF2B5EF4-FFF2-40B4-BE49-F238E27FC236}">
                <a16:creationId xmlns:a16="http://schemas.microsoft.com/office/drawing/2014/main" id="{DF3D7E2A-8027-802D-0766-6B4C04B5301B}"/>
              </a:ext>
            </a:extLst>
          </p:cNvPr>
          <p:cNvSpPr/>
          <p:nvPr userDrawn="1"/>
        </p:nvSpPr>
        <p:spPr>
          <a:xfrm>
            <a:off x="500" y="6761480"/>
            <a:ext cx="12178800"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Tree>
    <p:extLst>
      <p:ext uri="{BB962C8B-B14F-4D97-AF65-F5344CB8AC3E}">
        <p14:creationId xmlns:p14="http://schemas.microsoft.com/office/powerpoint/2010/main" val="123628653"/>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OC Slide 4">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a:xfrm>
            <a:off x="359999" y="360000"/>
            <a:ext cx="9000000" cy="900000"/>
          </a:xfrm>
        </p:spPr>
        <p:txBody>
          <a:bodyPr wrap="square"/>
          <a:lstStyle>
            <a:lvl1pPr>
              <a:defRPr>
                <a:solidFill>
                  <a:schemeClr val="tx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rgbClr val="FFFFFF"/>
                </a:solidFill>
              </a:defRPr>
            </a:lvl1pPr>
          </a:lstStyle>
          <a:p>
            <a:fld id="{86CB4B4D-7CA3-9044-876B-883B54F8677D}" type="slidenum">
              <a:rPr lang="en-MT" smtClean="0"/>
              <a:pPr/>
              <a:t>‹#›</a:t>
            </a:fld>
            <a:endParaRPr lang="en-MT"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34451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26">
            <a:extLst>
              <a:ext uri="{FF2B5EF4-FFF2-40B4-BE49-F238E27FC236}">
                <a16:creationId xmlns:a16="http://schemas.microsoft.com/office/drawing/2014/main" id="{ED994CA4-8C12-1BC4-530B-81E286114262}"/>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
        <p:nvSpPr>
          <p:cNvPr id="13" name="Content Placeholder 2">
            <a:extLst>
              <a:ext uri="{FF2B5EF4-FFF2-40B4-BE49-F238E27FC236}">
                <a16:creationId xmlns:a16="http://schemas.microsoft.com/office/drawing/2014/main" id="{20997FFF-692F-6404-8DA3-58191456200F}"/>
              </a:ext>
            </a:extLst>
          </p:cNvPr>
          <p:cNvSpPr>
            <a:spLocks noGrp="1"/>
          </p:cNvSpPr>
          <p:nvPr>
            <p:ph idx="17"/>
          </p:nvPr>
        </p:nvSpPr>
        <p:spPr>
          <a:xfrm>
            <a:off x="3229990" y="34451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C59FC702-BAC6-E8DF-D4F8-3361A572D24E}"/>
              </a:ext>
            </a:extLst>
          </p:cNvPr>
          <p:cNvSpPr>
            <a:spLocks noGrp="1"/>
          </p:cNvSpPr>
          <p:nvPr>
            <p:ph idx="18"/>
          </p:nvPr>
        </p:nvSpPr>
        <p:spPr>
          <a:xfrm>
            <a:off x="6099980" y="34451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a:extLst>
              <a:ext uri="{FF2B5EF4-FFF2-40B4-BE49-F238E27FC236}">
                <a16:creationId xmlns:a16="http://schemas.microsoft.com/office/drawing/2014/main" id="{08DE9C3F-0384-DD2E-485F-3DC0F9EC1329}"/>
              </a:ext>
            </a:extLst>
          </p:cNvPr>
          <p:cNvSpPr>
            <a:spLocks noGrp="1"/>
          </p:cNvSpPr>
          <p:nvPr>
            <p:ph idx="19"/>
          </p:nvPr>
        </p:nvSpPr>
        <p:spPr>
          <a:xfrm>
            <a:off x="8969970" y="34451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Picture 5">
            <a:extLst>
              <a:ext uri="{FF2B5EF4-FFF2-40B4-BE49-F238E27FC236}">
                <a16:creationId xmlns:a16="http://schemas.microsoft.com/office/drawing/2014/main" id="{0E1DBD97-FFD0-6E07-55C5-6C375BA24E4A}"/>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3774336324"/>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OC Slide 8">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a:xfrm>
            <a:off x="359999" y="360000"/>
            <a:ext cx="9000000" cy="900000"/>
          </a:xfrm>
        </p:spPr>
        <p:txBody>
          <a:bodyPr wrap="square"/>
          <a:lstStyle>
            <a:lvl1pPr>
              <a:defRPr>
                <a:solidFill>
                  <a:schemeClr val="tx1"/>
                </a:solidFill>
              </a:defRPr>
            </a:lvl1p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rgbClr val="FFFFFF"/>
                </a:solidFill>
              </a:defRPr>
            </a:lvl1pPr>
          </a:lstStyle>
          <a:p>
            <a:fld id="{86CB4B4D-7CA3-9044-876B-883B54F8677D}" type="slidenum">
              <a:rPr lang="en-MT" smtClean="0"/>
              <a:pPr/>
              <a:t>‹#›</a:t>
            </a:fld>
            <a:endParaRPr lang="en-MT" dirty="0"/>
          </a:p>
        </p:txBody>
      </p:sp>
      <p:sp>
        <p:nvSpPr>
          <p:cNvPr id="11" name="Content Placeholder 2">
            <a:extLst>
              <a:ext uri="{FF2B5EF4-FFF2-40B4-BE49-F238E27FC236}">
                <a16:creationId xmlns:a16="http://schemas.microsoft.com/office/drawing/2014/main" id="{E3D24A5C-25E7-EC55-F88D-6ED9476B84A5}"/>
              </a:ext>
            </a:extLst>
          </p:cNvPr>
          <p:cNvSpPr>
            <a:spLocks noGrp="1"/>
          </p:cNvSpPr>
          <p:nvPr>
            <p:ph idx="16"/>
          </p:nvPr>
        </p:nvSpPr>
        <p:spPr>
          <a:xfrm>
            <a:off x="360000" y="15655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26">
            <a:extLst>
              <a:ext uri="{FF2B5EF4-FFF2-40B4-BE49-F238E27FC236}">
                <a16:creationId xmlns:a16="http://schemas.microsoft.com/office/drawing/2014/main" id="{ED994CA4-8C12-1BC4-530B-81E286114262}"/>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
        <p:nvSpPr>
          <p:cNvPr id="13" name="Content Placeholder 2">
            <a:extLst>
              <a:ext uri="{FF2B5EF4-FFF2-40B4-BE49-F238E27FC236}">
                <a16:creationId xmlns:a16="http://schemas.microsoft.com/office/drawing/2014/main" id="{20997FFF-692F-6404-8DA3-58191456200F}"/>
              </a:ext>
            </a:extLst>
          </p:cNvPr>
          <p:cNvSpPr>
            <a:spLocks noGrp="1"/>
          </p:cNvSpPr>
          <p:nvPr>
            <p:ph idx="17"/>
          </p:nvPr>
        </p:nvSpPr>
        <p:spPr>
          <a:xfrm>
            <a:off x="3229990" y="15655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a:extLst>
              <a:ext uri="{FF2B5EF4-FFF2-40B4-BE49-F238E27FC236}">
                <a16:creationId xmlns:a16="http://schemas.microsoft.com/office/drawing/2014/main" id="{C59FC702-BAC6-E8DF-D4F8-3361A572D24E}"/>
              </a:ext>
            </a:extLst>
          </p:cNvPr>
          <p:cNvSpPr>
            <a:spLocks noGrp="1"/>
          </p:cNvSpPr>
          <p:nvPr>
            <p:ph idx="18"/>
          </p:nvPr>
        </p:nvSpPr>
        <p:spPr>
          <a:xfrm>
            <a:off x="6099980" y="15655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
            <a:extLst>
              <a:ext uri="{FF2B5EF4-FFF2-40B4-BE49-F238E27FC236}">
                <a16:creationId xmlns:a16="http://schemas.microsoft.com/office/drawing/2014/main" id="{08DE9C3F-0384-DD2E-485F-3DC0F9EC1329}"/>
              </a:ext>
            </a:extLst>
          </p:cNvPr>
          <p:cNvSpPr>
            <a:spLocks noGrp="1"/>
          </p:cNvSpPr>
          <p:nvPr>
            <p:ph idx="19"/>
          </p:nvPr>
        </p:nvSpPr>
        <p:spPr>
          <a:xfrm>
            <a:off x="8969970" y="1565570"/>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a:extLst>
              <a:ext uri="{FF2B5EF4-FFF2-40B4-BE49-F238E27FC236}">
                <a16:creationId xmlns:a16="http://schemas.microsoft.com/office/drawing/2014/main" id="{1B950ADA-7928-E26A-6183-8714633E1E75}"/>
              </a:ext>
            </a:extLst>
          </p:cNvPr>
          <p:cNvSpPr>
            <a:spLocks noGrp="1"/>
          </p:cNvSpPr>
          <p:nvPr>
            <p:ph idx="20"/>
          </p:nvPr>
        </p:nvSpPr>
        <p:spPr>
          <a:xfrm>
            <a:off x="360000" y="4077072"/>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2">
            <a:extLst>
              <a:ext uri="{FF2B5EF4-FFF2-40B4-BE49-F238E27FC236}">
                <a16:creationId xmlns:a16="http://schemas.microsoft.com/office/drawing/2014/main" id="{CD9CB34E-0B8C-A533-51C1-9D19605E4E7D}"/>
              </a:ext>
            </a:extLst>
          </p:cNvPr>
          <p:cNvSpPr>
            <a:spLocks noGrp="1"/>
          </p:cNvSpPr>
          <p:nvPr>
            <p:ph idx="21"/>
          </p:nvPr>
        </p:nvSpPr>
        <p:spPr>
          <a:xfrm>
            <a:off x="3229990" y="4077072"/>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2">
            <a:extLst>
              <a:ext uri="{FF2B5EF4-FFF2-40B4-BE49-F238E27FC236}">
                <a16:creationId xmlns:a16="http://schemas.microsoft.com/office/drawing/2014/main" id="{2676F21C-4A76-DE8A-EC90-FD75447E2850}"/>
              </a:ext>
            </a:extLst>
          </p:cNvPr>
          <p:cNvSpPr>
            <a:spLocks noGrp="1"/>
          </p:cNvSpPr>
          <p:nvPr>
            <p:ph idx="22"/>
          </p:nvPr>
        </p:nvSpPr>
        <p:spPr>
          <a:xfrm>
            <a:off x="6099980" y="4077072"/>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a:extLst>
              <a:ext uri="{FF2B5EF4-FFF2-40B4-BE49-F238E27FC236}">
                <a16:creationId xmlns:a16="http://schemas.microsoft.com/office/drawing/2014/main" id="{209FDFA8-47EC-FE46-F57C-E4A671C58455}"/>
              </a:ext>
            </a:extLst>
          </p:cNvPr>
          <p:cNvSpPr>
            <a:spLocks noGrp="1"/>
          </p:cNvSpPr>
          <p:nvPr>
            <p:ph idx="23"/>
          </p:nvPr>
        </p:nvSpPr>
        <p:spPr>
          <a:xfrm>
            <a:off x="8969970" y="4077072"/>
            <a:ext cx="2520000" cy="2160000"/>
          </a:xfrm>
          <a:prstGeom prst="rect">
            <a:avLst/>
          </a:prstGeom>
        </p:spPr>
        <p:txBody>
          <a:bodyPr wrap="square" lIns="0" tIns="0" rIns="0" bIns="0">
            <a:noAutofit/>
          </a:bodyPr>
          <a:lstStyle>
            <a:lvl1pPr>
              <a:buClr>
                <a:srgbClr val="FFFFFF"/>
              </a:buClr>
              <a:buSzPct val="100000"/>
              <a:defRPr>
                <a:solidFill>
                  <a:schemeClr val="tx1"/>
                </a:solidFill>
              </a:defRPr>
            </a:lvl1pPr>
            <a:lvl2pPr>
              <a:buClr>
                <a:srgbClr val="FFFFFF"/>
              </a:buClr>
              <a:buSzPct val="100000"/>
              <a:defRPr baseline="0">
                <a:solidFill>
                  <a:schemeClr val="tx1"/>
                </a:solidFill>
              </a:defRPr>
            </a:lvl2pPr>
            <a:lvl3pPr>
              <a:buClr>
                <a:srgbClr val="FFFFFF"/>
              </a:buClr>
              <a:buSzPct val="100000"/>
              <a:defRPr>
                <a:solidFill>
                  <a:schemeClr val="tx1"/>
                </a:solidFill>
              </a:defRPr>
            </a:lvl3pPr>
            <a:lvl4pPr>
              <a:buClr>
                <a:srgbClr val="FFFFFF"/>
              </a:buClr>
              <a:buSzPct val="100000"/>
              <a:defRPr>
                <a:solidFill>
                  <a:schemeClr val="tx1"/>
                </a:solidFill>
              </a:defRPr>
            </a:lvl4pPr>
            <a:lvl5pPr>
              <a:buClr>
                <a:srgbClr val="FFFFFF"/>
              </a:buClr>
              <a:buSzPct val="100000"/>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 name="Picture 9">
            <a:extLst>
              <a:ext uri="{FF2B5EF4-FFF2-40B4-BE49-F238E27FC236}">
                <a16:creationId xmlns:a16="http://schemas.microsoft.com/office/drawing/2014/main" id="{B302B467-B6B5-158C-B057-8ABA2ACF21A3}"/>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3021679824"/>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Agenda slide Table Dar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a:xfrm>
            <a:off x="359999" y="360000"/>
            <a:ext cx="9000000" cy="540000"/>
          </a:xfrm>
        </p:spPr>
        <p:txBody>
          <a:bodyPr wrap="square"/>
          <a:lstStyle>
            <a:lvl1pPr>
              <a:defRPr>
                <a:solidFill>
                  <a:srgbClr val="FFFFFF"/>
                </a:solidFill>
              </a:defRPr>
            </a:lvl1pPr>
          </a:lstStyle>
          <a:p>
            <a:r>
              <a:rPr lang="en-GB" dirty="0"/>
              <a:t>Headline goes here. Maximum in 1 line.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4" name="Rectangle 26">
            <a:extLst>
              <a:ext uri="{FF2B5EF4-FFF2-40B4-BE49-F238E27FC236}">
                <a16:creationId xmlns:a16="http://schemas.microsoft.com/office/drawing/2014/main" id="{2AC7D1FC-51F7-5A4E-BEAF-A85845DA9B35}"/>
              </a:ext>
            </a:extLst>
          </p:cNvPr>
          <p:cNvSpPr/>
          <p:nvPr userDrawn="1"/>
        </p:nvSpPr>
        <p:spPr>
          <a:xfrm>
            <a:off x="500" y="6761481"/>
            <a:ext cx="12178800" cy="96520"/>
          </a:xfrm>
          <a:prstGeom prst="rect">
            <a:avLst/>
          </a:prstGeom>
          <a:solidFill>
            <a:schemeClr val="accent4"/>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5" name="Picture 4">
            <a:extLst>
              <a:ext uri="{FF2B5EF4-FFF2-40B4-BE49-F238E27FC236}">
                <a16:creationId xmlns:a16="http://schemas.microsoft.com/office/drawing/2014/main" id="{00814166-2330-94E9-AA20-4A478C6C452B}"/>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4198264580"/>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genda slide Table">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CE473-5689-D388-CADC-2FF6411A555B}"/>
              </a:ext>
            </a:extLst>
          </p:cNvPr>
          <p:cNvSpPr>
            <a:spLocks noGrp="1"/>
          </p:cNvSpPr>
          <p:nvPr>
            <p:ph type="title" hasCustomPrompt="1"/>
          </p:nvPr>
        </p:nvSpPr>
        <p:spPr>
          <a:xfrm>
            <a:off x="359999" y="360000"/>
            <a:ext cx="9000000" cy="540000"/>
          </a:xfrm>
        </p:spPr>
        <p:txBody>
          <a:bodyPr wrap="square"/>
          <a:lstStyle>
            <a:lvl1pPr>
              <a:defRPr>
                <a:solidFill>
                  <a:srgbClr val="FFFFFF"/>
                </a:solidFill>
              </a:defRPr>
            </a:lvl1pPr>
          </a:lstStyle>
          <a:p>
            <a:r>
              <a:rPr lang="en-GB" dirty="0"/>
              <a:t>Headline goes here. Maximum in 1 line.</a:t>
            </a:r>
            <a:endParaRPr lang="en-MT" dirty="0"/>
          </a:p>
        </p:txBody>
      </p:sp>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14" name="Rectangle 26">
            <a:extLst>
              <a:ext uri="{FF2B5EF4-FFF2-40B4-BE49-F238E27FC236}">
                <a16:creationId xmlns:a16="http://schemas.microsoft.com/office/drawing/2014/main" id="{6C324B2D-CF53-407A-3FF3-83821279B530}"/>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4" name="Picture 3">
            <a:extLst>
              <a:ext uri="{FF2B5EF4-FFF2-40B4-BE49-F238E27FC236}">
                <a16:creationId xmlns:a16="http://schemas.microsoft.com/office/drawing/2014/main" id="{C6672750-5A7A-9BCA-6B6D-95C6E36756F0}"/>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1111253307"/>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697F3-602F-5FC9-7AE6-19FEE5C49AD4}"/>
              </a:ext>
            </a:extLst>
          </p:cNvPr>
          <p:cNvSpPr>
            <a:spLocks noGrp="1"/>
          </p:cNvSpPr>
          <p:nvPr>
            <p:ph type="title" hasCustomPrompt="1"/>
          </p:nvPr>
        </p:nvSpPr>
        <p:spPr/>
        <p:txBody>
          <a:bodyPr/>
          <a:lstStyle/>
          <a:p>
            <a:r>
              <a:rPr lang="en-GB" dirty="0"/>
              <a:t>Headline goes here. Maximum in 2 lines.</a:t>
            </a:r>
            <a:br>
              <a:rPr lang="en-GB" dirty="0"/>
            </a:br>
            <a:r>
              <a:rPr lang="en-GB" dirty="0"/>
              <a:t>All headlines should be sentence case.</a:t>
            </a:r>
            <a:endParaRPr lang="en-MT" dirty="0"/>
          </a:p>
        </p:txBody>
      </p:sp>
      <p:sp>
        <p:nvSpPr>
          <p:cNvPr id="3" name="Slide Number Placeholder 2">
            <a:extLst>
              <a:ext uri="{FF2B5EF4-FFF2-40B4-BE49-F238E27FC236}">
                <a16:creationId xmlns:a16="http://schemas.microsoft.com/office/drawing/2014/main" id="{55713789-AC9B-504D-EABC-88530694F04A}"/>
              </a:ext>
            </a:extLst>
          </p:cNvPr>
          <p:cNvSpPr>
            <a:spLocks noGrp="1"/>
          </p:cNvSpPr>
          <p:nvPr>
            <p:ph type="sldNum" sz="quarter" idx="10"/>
          </p:nvPr>
        </p:nvSpPr>
        <p:spPr/>
        <p:txBody>
          <a:bodyPr/>
          <a:lstStyle/>
          <a:p>
            <a:fld id="{86CB4B4D-7CA3-9044-876B-883B54F8677D}" type="slidenum">
              <a:rPr lang="en-MT" smtClean="0"/>
              <a:t>‹#›</a:t>
            </a:fld>
            <a:endParaRPr lang="en-MT" dirty="0"/>
          </a:p>
        </p:txBody>
      </p:sp>
      <p:sp>
        <p:nvSpPr>
          <p:cNvPr id="4" name="Body Level One…">
            <a:extLst>
              <a:ext uri="{FF2B5EF4-FFF2-40B4-BE49-F238E27FC236}">
                <a16:creationId xmlns:a16="http://schemas.microsoft.com/office/drawing/2014/main" id="{2F3F8381-DEB3-C667-F282-4085FCECE5D1}"/>
              </a:ext>
            </a:extLst>
          </p:cNvPr>
          <p:cNvSpPr txBox="1">
            <a:spLocks noGrp="1"/>
          </p:cNvSpPr>
          <p:nvPr>
            <p:ph type="body" sz="quarter" idx="1"/>
          </p:nvPr>
        </p:nvSpPr>
        <p:spPr>
          <a:xfrm>
            <a:off x="360000" y="2610760"/>
            <a:ext cx="3478685" cy="2108201"/>
          </a:xfrm>
          <a:prstGeom prst="rect">
            <a:avLst/>
          </a:prstGeom>
          <a:solidFill>
            <a:schemeClr val="accent2"/>
          </a:solidFill>
        </p:spPr>
        <p:txBody>
          <a:bodyPr lIns="182879" tIns="182879" rIns="182879" bIns="182879" anchor="ctr">
            <a:normAutofit/>
          </a:bodyPr>
          <a:lstStyle>
            <a:lvl1pPr algn="ctr">
              <a:lnSpc>
                <a:spcPct val="100000"/>
              </a:lnSpc>
              <a:spcBef>
                <a:spcPts val="0"/>
              </a:spcBef>
              <a:defRPr sz="2800" b="1">
                <a:solidFill>
                  <a:schemeClr val="tx1"/>
                </a:solidFill>
              </a:defRPr>
            </a:lvl1pPr>
            <a:lvl2pPr marL="0" indent="0" algn="ctr">
              <a:lnSpc>
                <a:spcPct val="100000"/>
              </a:lnSpc>
              <a:spcBef>
                <a:spcPts val="0"/>
              </a:spcBef>
              <a:buSzTx/>
              <a:buNone/>
              <a:defRPr sz="2800" b="1">
                <a:solidFill>
                  <a:schemeClr val="accent3">
                    <a:hueOff val="-3600000"/>
                    <a:lumOff val="3392"/>
                  </a:schemeClr>
                </a:solidFill>
              </a:defRPr>
            </a:lvl2pPr>
            <a:lvl3pPr marL="0" indent="174625" algn="ctr">
              <a:lnSpc>
                <a:spcPct val="100000"/>
              </a:lnSpc>
              <a:spcBef>
                <a:spcPts val="0"/>
              </a:spcBef>
              <a:buSzTx/>
              <a:buNone/>
              <a:defRPr sz="2800" b="1">
                <a:solidFill>
                  <a:schemeClr val="accent3">
                    <a:hueOff val="-3600000"/>
                    <a:lumOff val="3392"/>
                  </a:schemeClr>
                </a:solidFill>
              </a:defRPr>
            </a:lvl3pPr>
            <a:lvl4pPr marL="0" indent="339725" algn="ctr">
              <a:lnSpc>
                <a:spcPct val="100000"/>
              </a:lnSpc>
              <a:spcBef>
                <a:spcPts val="0"/>
              </a:spcBef>
              <a:buSzTx/>
              <a:buNone/>
              <a:defRPr sz="2800" b="1">
                <a:solidFill>
                  <a:schemeClr val="accent3">
                    <a:hueOff val="-3600000"/>
                    <a:lumOff val="3392"/>
                  </a:schemeClr>
                </a:solidFill>
              </a:defRPr>
            </a:lvl4pPr>
            <a:lvl5pPr marL="0" indent="512762" algn="ctr">
              <a:lnSpc>
                <a:spcPct val="100000"/>
              </a:lnSpc>
              <a:spcBef>
                <a:spcPts val="0"/>
              </a:spcBef>
              <a:buSzTx/>
              <a:buNone/>
              <a:defRPr sz="2800" b="1">
                <a:solidFill>
                  <a:schemeClr val="accent3">
                    <a:hueOff val="-3600000"/>
                    <a:lumOff val="3392"/>
                  </a:schemeClr>
                </a:solidFill>
              </a:defRPr>
            </a:lvl5pPr>
          </a:lstStyle>
          <a:p>
            <a:pPr lvl="0"/>
            <a:r>
              <a:rPr lang="en-US"/>
              <a:t>Click to edit Master text styles</a:t>
            </a:r>
          </a:p>
        </p:txBody>
      </p:sp>
      <p:sp>
        <p:nvSpPr>
          <p:cNvPr id="5" name="Body Level One…">
            <a:extLst>
              <a:ext uri="{FF2B5EF4-FFF2-40B4-BE49-F238E27FC236}">
                <a16:creationId xmlns:a16="http://schemas.microsoft.com/office/drawing/2014/main" id="{32CA9EDE-386C-CB9D-B16C-D07164D1B840}"/>
              </a:ext>
            </a:extLst>
          </p:cNvPr>
          <p:cNvSpPr txBox="1">
            <a:spLocks noGrp="1"/>
          </p:cNvSpPr>
          <p:nvPr>
            <p:ph type="body" sz="quarter" idx="23"/>
          </p:nvPr>
        </p:nvSpPr>
        <p:spPr>
          <a:xfrm>
            <a:off x="4308328" y="2610760"/>
            <a:ext cx="3478685" cy="2108201"/>
          </a:xfrm>
          <a:prstGeom prst="rect">
            <a:avLst/>
          </a:prstGeom>
          <a:solidFill>
            <a:schemeClr val="accent4"/>
          </a:solidFill>
        </p:spPr>
        <p:txBody>
          <a:bodyPr lIns="182879" tIns="182879" rIns="182879" bIns="182879" anchor="ctr">
            <a:normAutofit/>
          </a:bodyPr>
          <a:lstStyle>
            <a:lvl1pPr algn="ctr">
              <a:lnSpc>
                <a:spcPct val="100000"/>
              </a:lnSpc>
              <a:spcBef>
                <a:spcPts val="0"/>
              </a:spcBef>
              <a:defRPr sz="2800" b="1">
                <a:solidFill>
                  <a:schemeClr val="tx1"/>
                </a:solidFill>
              </a:defRPr>
            </a:lvl1pPr>
            <a:lvl2pPr marL="0" indent="0" algn="ctr">
              <a:lnSpc>
                <a:spcPct val="100000"/>
              </a:lnSpc>
              <a:spcBef>
                <a:spcPts val="0"/>
              </a:spcBef>
              <a:buSzTx/>
              <a:buNone/>
              <a:defRPr sz="2800" b="1">
                <a:solidFill>
                  <a:schemeClr val="accent3">
                    <a:hueOff val="-3600000"/>
                    <a:lumOff val="3392"/>
                  </a:schemeClr>
                </a:solidFill>
              </a:defRPr>
            </a:lvl2pPr>
            <a:lvl3pPr marL="0" indent="174625" algn="ctr">
              <a:lnSpc>
                <a:spcPct val="100000"/>
              </a:lnSpc>
              <a:spcBef>
                <a:spcPts val="0"/>
              </a:spcBef>
              <a:buSzTx/>
              <a:buNone/>
              <a:defRPr sz="2800" b="1">
                <a:solidFill>
                  <a:schemeClr val="accent3">
                    <a:hueOff val="-3600000"/>
                    <a:lumOff val="3392"/>
                  </a:schemeClr>
                </a:solidFill>
              </a:defRPr>
            </a:lvl3pPr>
            <a:lvl4pPr marL="0" indent="339725" algn="ctr">
              <a:lnSpc>
                <a:spcPct val="100000"/>
              </a:lnSpc>
              <a:spcBef>
                <a:spcPts val="0"/>
              </a:spcBef>
              <a:buSzTx/>
              <a:buNone/>
              <a:defRPr sz="2800" b="1">
                <a:solidFill>
                  <a:schemeClr val="accent3">
                    <a:hueOff val="-3600000"/>
                    <a:lumOff val="3392"/>
                  </a:schemeClr>
                </a:solidFill>
              </a:defRPr>
            </a:lvl4pPr>
            <a:lvl5pPr marL="0" indent="512762" algn="ctr">
              <a:lnSpc>
                <a:spcPct val="100000"/>
              </a:lnSpc>
              <a:spcBef>
                <a:spcPts val="0"/>
              </a:spcBef>
              <a:buSzTx/>
              <a:buNone/>
              <a:defRPr sz="2800" b="1">
                <a:solidFill>
                  <a:schemeClr val="accent3">
                    <a:hueOff val="-3600000"/>
                    <a:lumOff val="3392"/>
                  </a:schemeClr>
                </a:solidFill>
              </a:defRPr>
            </a:lvl5pPr>
          </a:lstStyle>
          <a:p>
            <a:pPr lvl="0"/>
            <a:r>
              <a:rPr lang="en-US"/>
              <a:t>Click to edit Master text styles</a:t>
            </a:r>
          </a:p>
        </p:txBody>
      </p:sp>
      <p:sp>
        <p:nvSpPr>
          <p:cNvPr id="6" name="Body Level One…">
            <a:extLst>
              <a:ext uri="{FF2B5EF4-FFF2-40B4-BE49-F238E27FC236}">
                <a16:creationId xmlns:a16="http://schemas.microsoft.com/office/drawing/2014/main" id="{9896A4C3-2F4F-489A-CE62-D7C218EF8B41}"/>
              </a:ext>
            </a:extLst>
          </p:cNvPr>
          <p:cNvSpPr txBox="1">
            <a:spLocks noGrp="1"/>
          </p:cNvSpPr>
          <p:nvPr>
            <p:ph type="body" sz="quarter" idx="24"/>
          </p:nvPr>
        </p:nvSpPr>
        <p:spPr>
          <a:xfrm>
            <a:off x="8256655" y="2610760"/>
            <a:ext cx="3478685" cy="2108201"/>
          </a:xfrm>
          <a:prstGeom prst="rect">
            <a:avLst/>
          </a:prstGeom>
          <a:solidFill>
            <a:schemeClr val="accent3"/>
          </a:solidFill>
        </p:spPr>
        <p:txBody>
          <a:bodyPr lIns="182879" tIns="182879" rIns="182879" bIns="182879" anchor="ctr">
            <a:normAutofit/>
          </a:bodyPr>
          <a:lstStyle>
            <a:lvl1pPr algn="ctr">
              <a:lnSpc>
                <a:spcPct val="100000"/>
              </a:lnSpc>
              <a:spcBef>
                <a:spcPts val="0"/>
              </a:spcBef>
              <a:defRPr sz="2800" b="1">
                <a:solidFill>
                  <a:schemeClr val="tx1"/>
                </a:solidFill>
              </a:defRPr>
            </a:lvl1pPr>
            <a:lvl2pPr marL="0" indent="0" algn="ctr">
              <a:lnSpc>
                <a:spcPct val="100000"/>
              </a:lnSpc>
              <a:spcBef>
                <a:spcPts val="0"/>
              </a:spcBef>
              <a:buSzTx/>
              <a:buNone/>
              <a:defRPr sz="2800" b="1">
                <a:solidFill>
                  <a:schemeClr val="accent3">
                    <a:hueOff val="-3600000"/>
                    <a:lumOff val="3392"/>
                  </a:schemeClr>
                </a:solidFill>
              </a:defRPr>
            </a:lvl2pPr>
            <a:lvl3pPr marL="0" indent="174625" algn="ctr">
              <a:lnSpc>
                <a:spcPct val="100000"/>
              </a:lnSpc>
              <a:spcBef>
                <a:spcPts val="0"/>
              </a:spcBef>
              <a:buSzTx/>
              <a:buNone/>
              <a:defRPr sz="2800" b="1">
                <a:solidFill>
                  <a:schemeClr val="accent3">
                    <a:hueOff val="-3600000"/>
                    <a:lumOff val="3392"/>
                  </a:schemeClr>
                </a:solidFill>
              </a:defRPr>
            </a:lvl3pPr>
            <a:lvl4pPr marL="0" indent="339725" algn="ctr">
              <a:lnSpc>
                <a:spcPct val="100000"/>
              </a:lnSpc>
              <a:spcBef>
                <a:spcPts val="0"/>
              </a:spcBef>
              <a:buSzTx/>
              <a:buNone/>
              <a:defRPr sz="2800" b="1">
                <a:solidFill>
                  <a:schemeClr val="accent3">
                    <a:hueOff val="-3600000"/>
                    <a:lumOff val="3392"/>
                  </a:schemeClr>
                </a:solidFill>
              </a:defRPr>
            </a:lvl4pPr>
            <a:lvl5pPr marL="0" indent="512762" algn="ctr">
              <a:lnSpc>
                <a:spcPct val="100000"/>
              </a:lnSpc>
              <a:spcBef>
                <a:spcPts val="0"/>
              </a:spcBef>
              <a:buSzTx/>
              <a:buNone/>
              <a:defRPr sz="2800" b="1">
                <a:solidFill>
                  <a:schemeClr val="accent3">
                    <a:hueOff val="-3600000"/>
                    <a:lumOff val="3392"/>
                  </a:schemeClr>
                </a:solidFill>
              </a:defRPr>
            </a:lvl5pPr>
          </a:lstStyle>
          <a:p>
            <a:pPr lvl="0"/>
            <a:r>
              <a:rPr lang="en-US"/>
              <a:t>Click to edit Master text styles</a:t>
            </a:r>
          </a:p>
        </p:txBody>
      </p:sp>
    </p:spTree>
    <p:extLst>
      <p:ext uri="{BB962C8B-B14F-4D97-AF65-F5344CB8AC3E}">
        <p14:creationId xmlns:p14="http://schemas.microsoft.com/office/powerpoint/2010/main" val="2374603769"/>
      </p:ext>
    </p:extLst>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3836"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lide with logo">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092A336-4C8E-CDC0-D2F1-550C41A2C9F4}"/>
              </a:ext>
            </a:extLst>
          </p:cNvPr>
          <p:cNvSpPr>
            <a:spLocks noGrp="1"/>
          </p:cNvSpPr>
          <p:nvPr>
            <p:ph type="sldNum" sz="quarter" idx="10"/>
          </p:nvPr>
        </p:nvSpPr>
        <p:spPr/>
        <p:txBody>
          <a:bodyPr/>
          <a:lstStyle/>
          <a:p>
            <a:fld id="{86CB4B4D-7CA3-9044-876B-883B54F8677D}" type="slidenum">
              <a:rPr lang="en-MT" smtClean="0"/>
              <a:t>‹#›</a:t>
            </a:fld>
            <a:endParaRPr lang="en-MT" dirty="0"/>
          </a:p>
        </p:txBody>
      </p:sp>
      <p:sp>
        <p:nvSpPr>
          <p:cNvPr id="2" name="Rectangle 1">
            <a:extLst>
              <a:ext uri="{FF2B5EF4-FFF2-40B4-BE49-F238E27FC236}">
                <a16:creationId xmlns:a16="http://schemas.microsoft.com/office/drawing/2014/main" id="{A8E6B9FA-EC1F-4A72-A5C4-3E216DB2B0D5}"/>
              </a:ext>
            </a:extLst>
          </p:cNvPr>
          <p:cNvSpPr/>
          <p:nvPr userDrawn="1"/>
        </p:nvSpPr>
        <p:spPr>
          <a:xfrm>
            <a:off x="10297948" y="1240221"/>
            <a:ext cx="1481958" cy="672662"/>
          </a:xfrm>
          <a:prstGeom prst="rect">
            <a:avLst/>
          </a:prstGeom>
          <a:solidFill>
            <a:schemeClr val="tx1"/>
          </a:solidFill>
          <a:ln w="12700" cap="flat">
            <a:solidFill>
              <a:schemeClr val="tx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457200" rtl="0" fontAlgn="auto" latinLnBrk="0" hangingPunct="0">
              <a:lnSpc>
                <a:spcPct val="100000"/>
              </a:lnSpc>
              <a:spcBef>
                <a:spcPts val="0"/>
              </a:spcBef>
              <a:spcAft>
                <a:spcPts val="0"/>
              </a:spcAft>
              <a:buClrTx/>
              <a:buSzTx/>
              <a:buFontTx/>
              <a:buNone/>
              <a:tabLst/>
            </a:pPr>
            <a:endParaRPr kumimoji="0" lang="en-RO" sz="2800" b="1" i="0" u="none" strike="noStrike" cap="none" spc="0" normalizeH="0" baseline="0">
              <a:ln>
                <a:noFill/>
              </a:ln>
              <a:solidFill>
                <a:schemeClr val="accent3">
                  <a:hueOff val="-3600000"/>
                  <a:lumOff val="3392"/>
                </a:schemeClr>
              </a:solidFill>
              <a:effectLst/>
              <a:uFillTx/>
              <a:latin typeface="Arial"/>
              <a:ea typeface="Arial"/>
              <a:cs typeface="Arial"/>
              <a:sym typeface="Arial"/>
            </a:endParaRPr>
          </a:p>
        </p:txBody>
      </p:sp>
      <p:pic>
        <p:nvPicPr>
          <p:cNvPr id="5" name="Picture 4">
            <a:extLst>
              <a:ext uri="{FF2B5EF4-FFF2-40B4-BE49-F238E27FC236}">
                <a16:creationId xmlns:a16="http://schemas.microsoft.com/office/drawing/2014/main" id="{9630A33A-77D6-60C0-F173-C49F7014F2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29023" y="362581"/>
            <a:ext cx="1150883" cy="430546"/>
          </a:xfrm>
          <a:prstGeom prst="rect">
            <a:avLst/>
          </a:prstGeom>
        </p:spPr>
      </p:pic>
    </p:spTree>
    <p:extLst>
      <p:ext uri="{BB962C8B-B14F-4D97-AF65-F5344CB8AC3E}">
        <p14:creationId xmlns:p14="http://schemas.microsoft.com/office/powerpoint/2010/main" val="1066485795"/>
      </p:ext>
    </p:extLst>
  </p:cSld>
  <p:clrMapOvr>
    <a:masterClrMapping/>
  </p:clrMapOvr>
  <p:transition spd="med"/>
  <p:extLst>
    <p:ext uri="{DCECCB84-F9BA-43D5-87BE-67443E8EF086}">
      <p15:sldGuideLst xmlns:p15="http://schemas.microsoft.com/office/powerpoint/2012/main">
        <p15:guide id="1" orient="horz" pos="2160" userDrawn="1">
          <p15:clr>
            <a:srgbClr val="FBAE40"/>
          </p15:clr>
        </p15:guide>
        <p15:guide id="2" pos="3836"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34AEC-6485-F835-D479-069CD0AA5105}"/>
              </a:ext>
            </a:extLst>
          </p:cNvPr>
          <p:cNvSpPr>
            <a:spLocks noGrp="1"/>
          </p:cNvSpPr>
          <p:nvPr>
            <p:ph type="title"/>
          </p:nvPr>
        </p:nvSpPr>
        <p:spPr>
          <a:xfrm>
            <a:off x="635128" y="4640687"/>
            <a:ext cx="9000000" cy="457295"/>
          </a:xfrm>
        </p:spPr>
        <p:txBody>
          <a:bodyPr/>
          <a:lstStyle>
            <a:lvl1pPr>
              <a:defRPr sz="1600" spc="0"/>
            </a:lvl1pPr>
          </a:lstStyle>
          <a:p>
            <a:r>
              <a:rPr lang="en-US"/>
              <a:t>Click to edit Master title style</a:t>
            </a:r>
            <a:endParaRPr lang="en-MT"/>
          </a:p>
        </p:txBody>
      </p:sp>
      <p:pic>
        <p:nvPicPr>
          <p:cNvPr id="4" name="Picture 3">
            <a:extLst>
              <a:ext uri="{FF2B5EF4-FFF2-40B4-BE49-F238E27FC236}">
                <a16:creationId xmlns:a16="http://schemas.microsoft.com/office/drawing/2014/main" id="{5B665E8E-3E30-D595-AF95-EFC31A1945DF}"/>
              </a:ext>
            </a:extLst>
          </p:cNvPr>
          <p:cNvPicPr>
            <a:picLocks noChangeAspect="1"/>
          </p:cNvPicPr>
          <p:nvPr userDrawn="1"/>
        </p:nvPicPr>
        <p:blipFill>
          <a:blip r:embed="rId2"/>
          <a:stretch>
            <a:fillRect/>
          </a:stretch>
        </p:blipFill>
        <p:spPr>
          <a:xfrm>
            <a:off x="10897966" y="362286"/>
            <a:ext cx="833598" cy="416799"/>
          </a:xfrm>
          <a:prstGeom prst="rect">
            <a:avLst/>
          </a:prstGeom>
        </p:spPr>
      </p:pic>
      <p:sp>
        <p:nvSpPr>
          <p:cNvPr id="5" name="Rectangle">
            <a:extLst>
              <a:ext uri="{FF2B5EF4-FFF2-40B4-BE49-F238E27FC236}">
                <a16:creationId xmlns:a16="http://schemas.microsoft.com/office/drawing/2014/main" id="{800A7C2D-E409-DB93-9ECC-C71CF456B705}"/>
              </a:ext>
            </a:extLst>
          </p:cNvPr>
          <p:cNvSpPr/>
          <p:nvPr userDrawn="1"/>
        </p:nvSpPr>
        <p:spPr>
          <a:xfrm>
            <a:off x="165529" y="190499"/>
            <a:ext cx="11848241" cy="6477001"/>
          </a:xfrm>
          <a:prstGeom prst="rect">
            <a:avLst/>
          </a:prstGeom>
          <a:ln>
            <a:solidFill>
              <a:schemeClr val="accent1"/>
            </a:solidFill>
            <a:miter lim="400000"/>
          </a:ln>
        </p:spPr>
        <p:txBody>
          <a:bodyPr tIns="91439" bIns="91439" anchor="ctr"/>
          <a:lstStyle/>
          <a:p>
            <a:pPr algn="ctr">
              <a:lnSpc>
                <a:spcPct val="100000"/>
              </a:lnSpc>
              <a:defRPr sz="2800">
                <a:solidFill>
                  <a:schemeClr val="accent3"/>
                </a:solidFill>
              </a:defRPr>
            </a:pPr>
            <a:endParaRPr/>
          </a:p>
        </p:txBody>
      </p:sp>
      <p:pic>
        <p:nvPicPr>
          <p:cNvPr id="7" name="Image" descr="Image">
            <a:extLst>
              <a:ext uri="{FF2B5EF4-FFF2-40B4-BE49-F238E27FC236}">
                <a16:creationId xmlns:a16="http://schemas.microsoft.com/office/drawing/2014/main" id="{516A5D33-AFC3-5923-9D1B-22CBC54AEB2E}"/>
              </a:ext>
            </a:extLst>
          </p:cNvPr>
          <p:cNvPicPr>
            <a:picLocks noChangeAspect="1"/>
          </p:cNvPicPr>
          <p:nvPr userDrawn="1"/>
        </p:nvPicPr>
        <p:blipFill>
          <a:blip r:embed="rId3"/>
          <a:stretch>
            <a:fillRect/>
          </a:stretch>
        </p:blipFill>
        <p:spPr>
          <a:xfrm>
            <a:off x="600348" y="393566"/>
            <a:ext cx="6557643" cy="3556001"/>
          </a:xfrm>
          <a:prstGeom prst="rect">
            <a:avLst/>
          </a:prstGeom>
          <a:ln w="12700">
            <a:miter lim="400000"/>
          </a:ln>
        </p:spPr>
      </p:pic>
      <p:pic>
        <p:nvPicPr>
          <p:cNvPr id="3" name="Picture 2">
            <a:extLst>
              <a:ext uri="{FF2B5EF4-FFF2-40B4-BE49-F238E27FC236}">
                <a16:creationId xmlns:a16="http://schemas.microsoft.com/office/drawing/2014/main" id="{84146912-204B-D1C5-40BF-E06BAA80BC1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29023" y="362581"/>
            <a:ext cx="1150883" cy="430546"/>
          </a:xfrm>
          <a:prstGeom prst="rect">
            <a:avLst/>
          </a:prstGeom>
        </p:spPr>
      </p:pic>
    </p:spTree>
    <p:extLst>
      <p:ext uri="{BB962C8B-B14F-4D97-AF65-F5344CB8AC3E}">
        <p14:creationId xmlns:p14="http://schemas.microsoft.com/office/powerpoint/2010/main" val="2827449616"/>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lide with logo Dark">
    <p:bg>
      <p:bgPr>
        <a:solidFill>
          <a:schemeClr val="accent2"/>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5" name="Rectangle 26">
            <a:extLst>
              <a:ext uri="{FF2B5EF4-FFF2-40B4-BE49-F238E27FC236}">
                <a16:creationId xmlns:a16="http://schemas.microsoft.com/office/drawing/2014/main" id="{1AF881B0-6E18-8D27-53FB-8E78FA3095F7}"/>
              </a:ext>
            </a:extLst>
          </p:cNvPr>
          <p:cNvSpPr/>
          <p:nvPr userDrawn="1"/>
        </p:nvSpPr>
        <p:spPr>
          <a:xfrm>
            <a:off x="500" y="6761481"/>
            <a:ext cx="12178800" cy="96520"/>
          </a:xfrm>
          <a:prstGeom prst="rect">
            <a:avLst/>
          </a:prstGeom>
          <a:solidFill>
            <a:schemeClr val="accent4"/>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2" name="Picture 1">
            <a:extLst>
              <a:ext uri="{FF2B5EF4-FFF2-40B4-BE49-F238E27FC236}">
                <a16:creationId xmlns:a16="http://schemas.microsoft.com/office/drawing/2014/main" id="{D7A025FE-20D6-D7C7-557F-A1F8FF5FF91A}"/>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2831312100"/>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Slide with logo Teal">
    <p:bg>
      <p:bgPr>
        <a:solidFill>
          <a:schemeClr val="accent4"/>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E58C377-31E1-B6AF-B5CB-DB6A8E4A721F}"/>
              </a:ext>
            </a:extLst>
          </p:cNvPr>
          <p:cNvSpPr>
            <a:spLocks noGrp="1"/>
          </p:cNvSpPr>
          <p:nvPr>
            <p:ph type="sldNum" sz="quarter" idx="10"/>
          </p:nvPr>
        </p:nvSpPr>
        <p:spPr>
          <a:xfrm>
            <a:off x="11574470" y="6480000"/>
            <a:ext cx="157094" cy="153888"/>
          </a:xfrm>
        </p:spPr>
        <p:txBody>
          <a:bodyPr/>
          <a:lstStyle>
            <a:lvl1pPr>
              <a:defRPr>
                <a:solidFill>
                  <a:schemeClr val="tx1"/>
                </a:solidFill>
              </a:defRPr>
            </a:lvl1pPr>
          </a:lstStyle>
          <a:p>
            <a:fld id="{86CB4B4D-7CA3-9044-876B-883B54F8677D}" type="slidenum">
              <a:rPr lang="en-MT" smtClean="0"/>
              <a:pPr/>
              <a:t>‹#›</a:t>
            </a:fld>
            <a:endParaRPr lang="en-MT" dirty="0"/>
          </a:p>
        </p:txBody>
      </p:sp>
      <p:sp>
        <p:nvSpPr>
          <p:cNvPr id="2" name="Rectangle 26">
            <a:extLst>
              <a:ext uri="{FF2B5EF4-FFF2-40B4-BE49-F238E27FC236}">
                <a16:creationId xmlns:a16="http://schemas.microsoft.com/office/drawing/2014/main" id="{77F7703D-4F57-B386-7552-96B1C62710F8}"/>
              </a:ext>
            </a:extLst>
          </p:cNvPr>
          <p:cNvSpPr/>
          <p:nvPr userDrawn="1"/>
        </p:nvSpPr>
        <p:spPr>
          <a:xfrm>
            <a:off x="500" y="6761481"/>
            <a:ext cx="12178800" cy="96520"/>
          </a:xfrm>
          <a:prstGeom prst="rect">
            <a:avLst/>
          </a:prstGeom>
          <a:solidFill>
            <a:schemeClr val="accent2"/>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pic>
        <p:nvPicPr>
          <p:cNvPr id="4" name="Picture 3">
            <a:extLst>
              <a:ext uri="{FF2B5EF4-FFF2-40B4-BE49-F238E27FC236}">
                <a16:creationId xmlns:a16="http://schemas.microsoft.com/office/drawing/2014/main" id="{332010D8-9280-4F8A-C077-86BF6086D51C}"/>
              </a:ext>
            </a:extLst>
          </p:cNvPr>
          <p:cNvPicPr>
            <a:picLocks noChangeAspect="1"/>
          </p:cNvPicPr>
          <p:nvPr userDrawn="1"/>
        </p:nvPicPr>
        <p:blipFill>
          <a:blip r:embed="rId2"/>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1137127095"/>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hank You Slide">
    <p:bg>
      <p:bgPr>
        <a:solidFill>
          <a:schemeClr val="accent1"/>
        </a:solidFill>
        <a:effectLst/>
      </p:bgPr>
    </p:bg>
    <p:spTree>
      <p:nvGrpSpPr>
        <p:cNvPr id="1" name=""/>
        <p:cNvGrpSpPr/>
        <p:nvPr/>
      </p:nvGrpSpPr>
      <p:grpSpPr>
        <a:xfrm>
          <a:off x="0" y="0"/>
          <a:ext cx="0" cy="0"/>
          <a:chOff x="0" y="0"/>
          <a:chExt cx="0" cy="0"/>
        </a:xfrm>
      </p:grpSpPr>
      <p:sp>
        <p:nvSpPr>
          <p:cNvPr id="1304" name="Rectangle"/>
          <p:cNvSpPr/>
          <p:nvPr/>
        </p:nvSpPr>
        <p:spPr>
          <a:xfrm>
            <a:off x="165529" y="190499"/>
            <a:ext cx="11848241" cy="6477001"/>
          </a:xfrm>
          <a:prstGeom prst="rect">
            <a:avLst/>
          </a:prstGeom>
          <a:ln>
            <a:solidFill>
              <a:schemeClr val="tx1"/>
            </a:solidFill>
            <a:miter lim="400000"/>
          </a:ln>
        </p:spPr>
        <p:txBody>
          <a:bodyPr tIns="91439" bIns="91439" anchor="ctr"/>
          <a:lstStyle/>
          <a:p>
            <a:pPr algn="ctr">
              <a:lnSpc>
                <a:spcPct val="100000"/>
              </a:lnSpc>
              <a:defRPr sz="2800">
                <a:solidFill>
                  <a:schemeClr val="accent3"/>
                </a:solidFill>
              </a:defRPr>
            </a:pPr>
            <a:endParaRPr/>
          </a:p>
        </p:txBody>
      </p:sp>
      <p:pic>
        <p:nvPicPr>
          <p:cNvPr id="1305" name="Image" descr="Image"/>
          <p:cNvPicPr>
            <a:picLocks noChangeAspect="1"/>
          </p:cNvPicPr>
          <p:nvPr/>
        </p:nvPicPr>
        <p:blipFill>
          <a:blip r:embed="rId2"/>
          <a:stretch>
            <a:fillRect/>
          </a:stretch>
        </p:blipFill>
        <p:spPr>
          <a:xfrm>
            <a:off x="600348" y="393566"/>
            <a:ext cx="6557644" cy="3556001"/>
          </a:xfrm>
          <a:prstGeom prst="rect">
            <a:avLst/>
          </a:prstGeom>
          <a:ln w="12700">
            <a:miter lim="400000"/>
          </a:ln>
        </p:spPr>
      </p:pic>
      <p:sp>
        <p:nvSpPr>
          <p:cNvPr id="2" name="Text Placeholder 3">
            <a:extLst>
              <a:ext uri="{FF2B5EF4-FFF2-40B4-BE49-F238E27FC236}">
                <a16:creationId xmlns:a16="http://schemas.microsoft.com/office/drawing/2014/main" id="{99CF3841-8ED6-6708-57A4-9817037CEB78}"/>
              </a:ext>
            </a:extLst>
          </p:cNvPr>
          <p:cNvSpPr>
            <a:spLocks noGrp="1"/>
          </p:cNvSpPr>
          <p:nvPr>
            <p:ph type="body" sz="quarter" idx="21"/>
          </p:nvPr>
        </p:nvSpPr>
        <p:spPr>
          <a:xfrm>
            <a:off x="617538" y="4291334"/>
            <a:ext cx="2340000" cy="360000"/>
          </a:xfrm>
          <a:prstGeom prst="rect">
            <a:avLst/>
          </a:prstGeom>
        </p:spPr>
        <p:txBody>
          <a:bodyPr lIns="0" tIns="0" rIns="0" bIns="0">
            <a:noAutofit/>
          </a:bodyPr>
          <a:lstStyle>
            <a:lvl1pPr>
              <a:spcBef>
                <a:spcPts val="0"/>
              </a:spcBef>
              <a:defRPr sz="1600" b="1">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3" name="Text Placeholder 3">
            <a:extLst>
              <a:ext uri="{FF2B5EF4-FFF2-40B4-BE49-F238E27FC236}">
                <a16:creationId xmlns:a16="http://schemas.microsoft.com/office/drawing/2014/main" id="{07F3690B-C83C-2263-51B8-2AD430316DB8}"/>
              </a:ext>
            </a:extLst>
          </p:cNvPr>
          <p:cNvSpPr>
            <a:spLocks noGrp="1"/>
          </p:cNvSpPr>
          <p:nvPr>
            <p:ph type="body" sz="quarter" idx="22"/>
          </p:nvPr>
        </p:nvSpPr>
        <p:spPr>
          <a:xfrm>
            <a:off x="3473690" y="4291334"/>
            <a:ext cx="2340000" cy="360000"/>
          </a:xfrm>
          <a:prstGeom prst="rect">
            <a:avLst/>
          </a:prstGeom>
        </p:spPr>
        <p:txBody>
          <a:bodyPr lIns="0" tIns="0" rIns="0" bIns="0">
            <a:noAutofit/>
          </a:bodyPr>
          <a:lstStyle>
            <a:lvl1pPr>
              <a:spcBef>
                <a:spcPts val="0"/>
              </a:spcBef>
              <a:defRPr sz="1600" b="1">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4" name="Text Placeholder 3">
            <a:extLst>
              <a:ext uri="{FF2B5EF4-FFF2-40B4-BE49-F238E27FC236}">
                <a16:creationId xmlns:a16="http://schemas.microsoft.com/office/drawing/2014/main" id="{A283DC22-9630-B38E-C904-813DD4F866A9}"/>
              </a:ext>
            </a:extLst>
          </p:cNvPr>
          <p:cNvSpPr>
            <a:spLocks noGrp="1"/>
          </p:cNvSpPr>
          <p:nvPr>
            <p:ph type="body" sz="quarter" idx="23"/>
          </p:nvPr>
        </p:nvSpPr>
        <p:spPr>
          <a:xfrm>
            <a:off x="6329842" y="4291334"/>
            <a:ext cx="2340000" cy="360000"/>
          </a:xfrm>
          <a:prstGeom prst="rect">
            <a:avLst/>
          </a:prstGeom>
        </p:spPr>
        <p:txBody>
          <a:bodyPr lIns="0" tIns="0" rIns="0" bIns="0">
            <a:noAutofit/>
          </a:bodyPr>
          <a:lstStyle>
            <a:lvl1pPr>
              <a:spcBef>
                <a:spcPts val="0"/>
              </a:spcBef>
              <a:defRPr sz="1600" b="1">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5" name="Text Placeholder 3">
            <a:extLst>
              <a:ext uri="{FF2B5EF4-FFF2-40B4-BE49-F238E27FC236}">
                <a16:creationId xmlns:a16="http://schemas.microsoft.com/office/drawing/2014/main" id="{3E5848EA-712E-9B18-ECD8-B6B00CEC65F5}"/>
              </a:ext>
            </a:extLst>
          </p:cNvPr>
          <p:cNvSpPr>
            <a:spLocks noGrp="1"/>
          </p:cNvSpPr>
          <p:nvPr>
            <p:ph type="body" sz="quarter" idx="24"/>
          </p:nvPr>
        </p:nvSpPr>
        <p:spPr>
          <a:xfrm>
            <a:off x="9185994" y="4291334"/>
            <a:ext cx="2340000" cy="360000"/>
          </a:xfrm>
          <a:prstGeom prst="rect">
            <a:avLst/>
          </a:prstGeom>
        </p:spPr>
        <p:txBody>
          <a:bodyPr lIns="0" tIns="0" rIns="0" bIns="0">
            <a:noAutofit/>
          </a:bodyPr>
          <a:lstStyle>
            <a:lvl1pPr>
              <a:spcBef>
                <a:spcPts val="0"/>
              </a:spcBef>
              <a:defRPr sz="1600" b="1">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6" name="Text Placeholder 3">
            <a:extLst>
              <a:ext uri="{FF2B5EF4-FFF2-40B4-BE49-F238E27FC236}">
                <a16:creationId xmlns:a16="http://schemas.microsoft.com/office/drawing/2014/main" id="{239248B7-4F45-3A2F-F77A-254137B02A5D}"/>
              </a:ext>
            </a:extLst>
          </p:cNvPr>
          <p:cNvSpPr>
            <a:spLocks noGrp="1"/>
          </p:cNvSpPr>
          <p:nvPr>
            <p:ph type="body" sz="quarter" idx="25"/>
          </p:nvPr>
        </p:nvSpPr>
        <p:spPr>
          <a:xfrm>
            <a:off x="617538" y="4725144"/>
            <a:ext cx="2340000" cy="360000"/>
          </a:xfrm>
          <a:prstGeom prst="rect">
            <a:avLst/>
          </a:prstGeom>
        </p:spPr>
        <p:txBody>
          <a:bodyPr lIns="0" tIns="0" rIns="0" bIns="0">
            <a:noAutofit/>
          </a:bodyPr>
          <a:lstStyle>
            <a:lvl1pPr>
              <a:spcBef>
                <a:spcPts val="0"/>
              </a:spcBef>
              <a:defRPr sz="1200" b="0">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7" name="Text Placeholder 3">
            <a:extLst>
              <a:ext uri="{FF2B5EF4-FFF2-40B4-BE49-F238E27FC236}">
                <a16:creationId xmlns:a16="http://schemas.microsoft.com/office/drawing/2014/main" id="{25580FAC-13AA-9847-E7FB-CA6185B21438}"/>
              </a:ext>
            </a:extLst>
          </p:cNvPr>
          <p:cNvSpPr>
            <a:spLocks noGrp="1"/>
          </p:cNvSpPr>
          <p:nvPr>
            <p:ph type="body" sz="quarter" idx="26"/>
          </p:nvPr>
        </p:nvSpPr>
        <p:spPr>
          <a:xfrm>
            <a:off x="3473690" y="4725144"/>
            <a:ext cx="2340000" cy="360000"/>
          </a:xfrm>
          <a:prstGeom prst="rect">
            <a:avLst/>
          </a:prstGeom>
        </p:spPr>
        <p:txBody>
          <a:bodyPr lIns="0" tIns="0" rIns="0" bIns="0">
            <a:noAutofit/>
          </a:bodyPr>
          <a:lstStyle>
            <a:lvl1pPr>
              <a:spcBef>
                <a:spcPts val="0"/>
              </a:spcBef>
              <a:defRPr sz="1200" b="0">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8" name="Text Placeholder 3">
            <a:extLst>
              <a:ext uri="{FF2B5EF4-FFF2-40B4-BE49-F238E27FC236}">
                <a16:creationId xmlns:a16="http://schemas.microsoft.com/office/drawing/2014/main" id="{87064713-9468-3192-25BA-F4153E3A3D1C}"/>
              </a:ext>
            </a:extLst>
          </p:cNvPr>
          <p:cNvSpPr>
            <a:spLocks noGrp="1"/>
          </p:cNvSpPr>
          <p:nvPr>
            <p:ph type="body" sz="quarter" idx="27"/>
          </p:nvPr>
        </p:nvSpPr>
        <p:spPr>
          <a:xfrm>
            <a:off x="6329842" y="4725144"/>
            <a:ext cx="2340000" cy="360000"/>
          </a:xfrm>
          <a:prstGeom prst="rect">
            <a:avLst/>
          </a:prstGeom>
        </p:spPr>
        <p:txBody>
          <a:bodyPr lIns="0" tIns="0" rIns="0" bIns="0">
            <a:noAutofit/>
          </a:bodyPr>
          <a:lstStyle>
            <a:lvl1pPr>
              <a:spcBef>
                <a:spcPts val="0"/>
              </a:spcBef>
              <a:defRPr sz="1200" b="0">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sp>
        <p:nvSpPr>
          <p:cNvPr id="9" name="Text Placeholder 3">
            <a:extLst>
              <a:ext uri="{FF2B5EF4-FFF2-40B4-BE49-F238E27FC236}">
                <a16:creationId xmlns:a16="http://schemas.microsoft.com/office/drawing/2014/main" id="{B975AAF6-3101-6B0C-FD52-BB661302BFB7}"/>
              </a:ext>
            </a:extLst>
          </p:cNvPr>
          <p:cNvSpPr>
            <a:spLocks noGrp="1"/>
          </p:cNvSpPr>
          <p:nvPr>
            <p:ph type="body" sz="quarter" idx="28"/>
          </p:nvPr>
        </p:nvSpPr>
        <p:spPr>
          <a:xfrm>
            <a:off x="9185994" y="4725144"/>
            <a:ext cx="2340000" cy="360000"/>
          </a:xfrm>
          <a:prstGeom prst="rect">
            <a:avLst/>
          </a:prstGeom>
        </p:spPr>
        <p:txBody>
          <a:bodyPr lIns="0" tIns="0" rIns="0" bIns="0">
            <a:noAutofit/>
          </a:bodyPr>
          <a:lstStyle>
            <a:lvl1pPr>
              <a:spcBef>
                <a:spcPts val="0"/>
              </a:spcBef>
              <a:defRPr sz="1200" b="0">
                <a:solidFill>
                  <a:srgbClr val="FFFFFF"/>
                </a:solidFill>
              </a:defRPr>
            </a:lvl1pPr>
            <a:lvl2pPr marL="0" indent="0">
              <a:spcBef>
                <a:spcPts val="1000"/>
              </a:spcBef>
              <a:buNone/>
              <a:defRPr sz="1200" b="0">
                <a:solidFill>
                  <a:srgbClr val="FFFFFF"/>
                </a:solidFill>
              </a:defRPr>
            </a:lvl2pPr>
            <a:lvl3pPr marL="0" indent="0">
              <a:spcBef>
                <a:spcPts val="0"/>
              </a:spcBef>
              <a:buNone/>
              <a:defRPr sz="1400"/>
            </a:lvl3pPr>
          </a:lstStyle>
          <a:p>
            <a:pPr lvl="0"/>
            <a:r>
              <a:rPr lang="en-US"/>
              <a:t>Click to edit Master text styles</a:t>
            </a:r>
          </a:p>
        </p:txBody>
      </p:sp>
      <p:pic>
        <p:nvPicPr>
          <p:cNvPr id="10" name="Picture 9">
            <a:extLst>
              <a:ext uri="{FF2B5EF4-FFF2-40B4-BE49-F238E27FC236}">
                <a16:creationId xmlns:a16="http://schemas.microsoft.com/office/drawing/2014/main" id="{0DA257E9-E1E4-4676-33F4-21575F0D4664}"/>
              </a:ext>
            </a:extLst>
          </p:cNvPr>
          <p:cNvPicPr>
            <a:picLocks noChangeAspect="1"/>
          </p:cNvPicPr>
          <p:nvPr userDrawn="1"/>
        </p:nvPicPr>
        <p:blipFill>
          <a:blip r:embed="rId3"/>
          <a:stretch>
            <a:fillRect/>
          </a:stretch>
        </p:blipFill>
        <p:spPr>
          <a:xfrm>
            <a:off x="10897966" y="362285"/>
            <a:ext cx="835200" cy="417600"/>
          </a:xfrm>
          <a:prstGeom prst="rect">
            <a:avLst/>
          </a:prstGeom>
        </p:spPr>
      </p:pic>
    </p:spTree>
    <p:extLst>
      <p:ext uri="{BB962C8B-B14F-4D97-AF65-F5344CB8AC3E}">
        <p14:creationId xmlns:p14="http://schemas.microsoft.com/office/powerpoint/2010/main" val="1205080106"/>
      </p:ext>
    </p:extLst>
  </p:cSld>
  <p:clrMapOvr>
    <a:masterClrMapping/>
  </p:clrMapOvr>
  <p:transition spd="med"/>
  <p:extLst>
    <p:ext uri="{DCECCB84-F9BA-43D5-87BE-67443E8EF086}">
      <p15:sldGuideLst xmlns:p15="http://schemas.microsoft.com/office/powerpoint/2012/main">
        <p15:guide id="1" orient="horz" pos="2160">
          <p15:clr>
            <a:srgbClr val="FBAE40"/>
          </p15:clr>
        </p15:guide>
        <p15:guide id="2" pos="389">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theme" Target="../theme/theme1.xml"/><Relationship Id="rId2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Slide Number"/>
          <p:cNvSpPr txBox="1">
            <a:spLocks noGrp="1"/>
          </p:cNvSpPr>
          <p:nvPr>
            <p:ph type="sldNum" sz="quarter" idx="2"/>
          </p:nvPr>
        </p:nvSpPr>
        <p:spPr>
          <a:xfrm>
            <a:off x="11574470" y="6480000"/>
            <a:ext cx="157094" cy="153888"/>
          </a:xfrm>
          <a:prstGeom prst="rect">
            <a:avLst/>
          </a:prstGeom>
          <a:ln w="12700">
            <a:miter lim="400000"/>
          </a:ln>
        </p:spPr>
        <p:txBody>
          <a:bodyPr wrap="none" lIns="0" tIns="0" rIns="0" bIns="0">
            <a:spAutoFit/>
          </a:bodyPr>
          <a:lstStyle>
            <a:lvl1pPr algn="r">
              <a:lnSpc>
                <a:spcPct val="100000"/>
              </a:lnSpc>
              <a:defRPr sz="1000" b="0">
                <a:solidFill>
                  <a:schemeClr val="bg1"/>
                </a:solidFill>
              </a:defRPr>
            </a:lvl1pPr>
          </a:lstStyle>
          <a:p>
            <a:fld id="{86CB4B4D-7CA3-9044-876B-883B54F8677D}" type="slidenum">
              <a:rPr lang="en-MT" smtClean="0"/>
              <a:pPr/>
              <a:t>‹#›</a:t>
            </a:fld>
            <a:endParaRPr lang="en-MT" dirty="0"/>
          </a:p>
        </p:txBody>
      </p:sp>
      <p:sp>
        <p:nvSpPr>
          <p:cNvPr id="4" name="Rectangle 26"/>
          <p:cNvSpPr/>
          <p:nvPr/>
        </p:nvSpPr>
        <p:spPr>
          <a:xfrm>
            <a:off x="500" y="6761480"/>
            <a:ext cx="12178800" cy="96520"/>
          </a:xfrm>
          <a:prstGeom prst="rect">
            <a:avLst/>
          </a:prstGeom>
          <a:solidFill>
            <a:schemeClr val="accent1"/>
          </a:solidFill>
          <a:ln w="12700">
            <a:miter lim="400000"/>
          </a:ln>
        </p:spPr>
        <p:txBody>
          <a:bodyPr tIns="91439" bIns="91439" anchor="ctr"/>
          <a:lstStyle/>
          <a:p>
            <a:pPr algn="ctr">
              <a:lnSpc>
                <a:spcPct val="100000"/>
              </a:lnSpc>
              <a:defRPr sz="2800">
                <a:solidFill>
                  <a:schemeClr val="accent3">
                    <a:hueOff val="-3600000"/>
                    <a:lumOff val="3392"/>
                  </a:schemeClr>
                </a:solidFill>
              </a:defRPr>
            </a:pPr>
            <a:endParaRPr/>
          </a:p>
        </p:txBody>
      </p:sp>
      <p:sp>
        <p:nvSpPr>
          <p:cNvPr id="13" name="Title Text">
            <a:extLst>
              <a:ext uri="{FF2B5EF4-FFF2-40B4-BE49-F238E27FC236}">
                <a16:creationId xmlns:a16="http://schemas.microsoft.com/office/drawing/2014/main" id="{0FA158A4-54D2-FE6D-8D99-B11D40E0AF64}"/>
              </a:ext>
            </a:extLst>
          </p:cNvPr>
          <p:cNvSpPr txBox="1">
            <a:spLocks noGrp="1"/>
          </p:cNvSpPr>
          <p:nvPr>
            <p:ph type="title"/>
          </p:nvPr>
        </p:nvSpPr>
        <p:spPr>
          <a:xfrm>
            <a:off x="359999" y="360000"/>
            <a:ext cx="9000000" cy="900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nchor="t"/>
          <a:lstStyle/>
          <a:p>
            <a:r>
              <a:rPr dirty="0"/>
              <a:t>Title Text</a:t>
            </a:r>
          </a:p>
        </p:txBody>
      </p:sp>
      <p:pic>
        <p:nvPicPr>
          <p:cNvPr id="5" name="Picture 4">
            <a:extLst>
              <a:ext uri="{FF2B5EF4-FFF2-40B4-BE49-F238E27FC236}">
                <a16:creationId xmlns:a16="http://schemas.microsoft.com/office/drawing/2014/main" id="{C870ADC5-57FC-F55D-0F83-C584981192E6}"/>
              </a:ext>
            </a:extLst>
          </p:cNvPr>
          <p:cNvPicPr>
            <a:picLocks noChangeAspect="1"/>
          </p:cNvPicPr>
          <p:nvPr userDrawn="1"/>
        </p:nvPicPr>
        <p:blipFill>
          <a:blip r:embed="rId24"/>
          <a:stretch>
            <a:fillRect/>
          </a:stretch>
        </p:blipFill>
        <p:spPr>
          <a:xfrm>
            <a:off x="10897966" y="362286"/>
            <a:ext cx="833598" cy="416799"/>
          </a:xfrm>
          <a:prstGeom prst="rect">
            <a:avLst/>
          </a:prstGeom>
        </p:spPr>
      </p:pic>
    </p:spTree>
  </p:cSld>
  <p:clrMap bg1="dk1" tx1="lt1" bg2="dk2" tx2="lt2" accent1="accent1" accent2="accent2" accent3="accent3" accent4="accent4" accent5="accent5" accent6="accent6" hlink="hlink" folHlink="folHlink"/>
  <p:sldLayoutIdLst>
    <p:sldLayoutId id="2147483716" r:id="rId1"/>
    <p:sldLayoutId id="2147483715" r:id="rId2"/>
    <p:sldLayoutId id="2147483724" r:id="rId3"/>
    <p:sldLayoutId id="2147483727" r:id="rId4"/>
    <p:sldLayoutId id="2147483736" r:id="rId5"/>
    <p:sldLayoutId id="2147483725" r:id="rId6"/>
    <p:sldLayoutId id="2147483734" r:id="rId7"/>
    <p:sldLayoutId id="2147483738" r:id="rId8"/>
    <p:sldLayoutId id="2147483726" r:id="rId9"/>
    <p:sldLayoutId id="2147483717" r:id="rId10"/>
    <p:sldLayoutId id="2147483718" r:id="rId11"/>
    <p:sldLayoutId id="2147483728" r:id="rId12"/>
    <p:sldLayoutId id="2147483732" r:id="rId13"/>
    <p:sldLayoutId id="2147483739" r:id="rId14"/>
    <p:sldLayoutId id="2147483741" r:id="rId15"/>
    <p:sldLayoutId id="2147483731" r:id="rId16"/>
    <p:sldLayoutId id="2147483730" r:id="rId17"/>
    <p:sldLayoutId id="2147483729" r:id="rId18"/>
    <p:sldLayoutId id="2147483742" r:id="rId19"/>
    <p:sldLayoutId id="2147483735" r:id="rId20"/>
    <p:sldLayoutId id="2147483740" r:id="rId21"/>
    <p:sldLayoutId id="2147483720" r:id="rId22"/>
  </p:sldLayoutIdLst>
  <p:transition spd="med"/>
  <p:hf hdr="0" ftr="0" dt="0"/>
  <p:txStyles>
    <p:title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p:titleStyle>
    <p:bodyStyle>
      <a:lvl1pPr marL="0" marR="0" indent="0" algn="l" defTabSz="457200" rtl="0" eaLnBrk="1" latinLnBrk="0" hangingPunct="1">
        <a:lnSpc>
          <a:spcPct val="100000"/>
        </a:lnSpc>
        <a:spcBef>
          <a:spcPts val="500"/>
        </a:spcBef>
        <a:spcAft>
          <a:spcPts val="0"/>
        </a:spcAft>
        <a:buClrTx/>
        <a:buSzTx/>
        <a:buFontTx/>
        <a:buNone/>
        <a:tabLst/>
        <a:defRPr sz="1800" b="0" i="0" u="none" strike="noStrike" cap="none" spc="0" baseline="0">
          <a:solidFill>
            <a:schemeClr val="accent4">
              <a:hueOff val="-839560"/>
              <a:satOff val="19935"/>
              <a:lumOff val="-15534"/>
            </a:schemeClr>
          </a:solidFill>
          <a:uFillTx/>
          <a:latin typeface="Arial"/>
          <a:ea typeface="Arial"/>
          <a:cs typeface="Arial"/>
          <a:sym typeface="Arial"/>
        </a:defRPr>
      </a:lvl1pPr>
      <a:lvl2pPr marL="104775" marR="0" indent="-104775" algn="l" defTabSz="457200" rtl="0" eaLnBrk="1" latinLnBrk="0" hangingPunct="1">
        <a:lnSpc>
          <a:spcPct val="100000"/>
        </a:lnSpc>
        <a:spcBef>
          <a:spcPts val="500"/>
        </a:spcBef>
        <a:spcAft>
          <a:spcPts val="0"/>
        </a:spcAft>
        <a:buClrTx/>
        <a:buSzPct val="100000"/>
        <a:buFontTx/>
        <a:buChar char="•"/>
        <a:tabLst/>
        <a:defRPr sz="1400" b="0" i="0" u="none" strike="noStrike" cap="none" spc="0" baseline="0">
          <a:solidFill>
            <a:schemeClr val="accent4">
              <a:hueOff val="-839560"/>
              <a:satOff val="19935"/>
              <a:lumOff val="-15534"/>
            </a:schemeClr>
          </a:solidFill>
          <a:uFillTx/>
          <a:latin typeface="Arial"/>
          <a:ea typeface="Arial"/>
          <a:cs typeface="Arial"/>
          <a:sym typeface="Arial"/>
        </a:defRPr>
      </a:lvl2pPr>
      <a:lvl3pPr marL="273684" marR="0" indent="-99059" algn="l" defTabSz="457200" rtl="0" eaLnBrk="1" latinLnBrk="0" hangingPunct="1">
        <a:lnSpc>
          <a:spcPct val="100000"/>
        </a:lnSpc>
        <a:spcBef>
          <a:spcPts val="500"/>
        </a:spcBef>
        <a:spcAft>
          <a:spcPts val="0"/>
        </a:spcAft>
        <a:buClrTx/>
        <a:buSzPct val="100000"/>
        <a:buFontTx/>
        <a:buChar char="-"/>
        <a:tabLst/>
        <a:defRPr sz="1400" b="0" i="0" u="none" strike="noStrike" cap="none" spc="0" baseline="0">
          <a:solidFill>
            <a:schemeClr val="accent4">
              <a:hueOff val="-839560"/>
              <a:satOff val="19935"/>
              <a:lumOff val="-15534"/>
            </a:schemeClr>
          </a:solidFill>
          <a:uFillTx/>
          <a:latin typeface="Arial"/>
          <a:ea typeface="Arial"/>
          <a:cs typeface="Arial"/>
          <a:sym typeface="Arial"/>
        </a:defRPr>
      </a:lvl3pPr>
      <a:lvl4pPr marL="443547" marR="0" indent="-103822" algn="l" defTabSz="457200" rtl="0" eaLnBrk="1" latinLnBrk="0" hangingPunct="1">
        <a:lnSpc>
          <a:spcPct val="100000"/>
        </a:lnSpc>
        <a:spcBef>
          <a:spcPts val="500"/>
        </a:spcBef>
        <a:spcAft>
          <a:spcPts val="0"/>
        </a:spcAft>
        <a:buClrTx/>
        <a:buSzPct val="100000"/>
        <a:buFontTx/>
        <a:buChar char="•"/>
        <a:tabLst/>
        <a:defRPr sz="1400" b="0" i="0" u="none" strike="noStrike" cap="none" spc="0" baseline="0">
          <a:solidFill>
            <a:schemeClr val="accent4">
              <a:hueOff val="-839560"/>
              <a:satOff val="19935"/>
              <a:lumOff val="-15534"/>
            </a:schemeClr>
          </a:solidFill>
          <a:uFillTx/>
          <a:latin typeface="Arial"/>
          <a:ea typeface="Arial"/>
          <a:cs typeface="Arial"/>
          <a:sym typeface="Arial"/>
        </a:defRPr>
      </a:lvl4pPr>
      <a:lvl5pPr marL="617537" marR="0" indent="-104775" algn="l" defTabSz="457200" rtl="0" eaLnBrk="1" latinLnBrk="0" hangingPunct="1">
        <a:lnSpc>
          <a:spcPct val="100000"/>
        </a:lnSpc>
        <a:spcBef>
          <a:spcPts val="500"/>
        </a:spcBef>
        <a:spcAft>
          <a:spcPts val="0"/>
        </a:spcAft>
        <a:buClrTx/>
        <a:buSzPct val="100000"/>
        <a:buFontTx/>
        <a:buChar char="-"/>
        <a:tabLst/>
        <a:defRPr sz="1400" b="0" i="0" u="none" strike="noStrike" cap="none" spc="0" baseline="0">
          <a:solidFill>
            <a:schemeClr val="accent4">
              <a:hueOff val="-839560"/>
              <a:satOff val="19935"/>
              <a:lumOff val="-15534"/>
            </a:schemeClr>
          </a:solidFill>
          <a:uFillTx/>
          <a:latin typeface="Arial"/>
          <a:ea typeface="Arial"/>
          <a:cs typeface="Arial"/>
          <a:sym typeface="Arial"/>
        </a:defRPr>
      </a:lvl5pPr>
      <a:lvl6pPr marL="2423160" marR="0" indent="-137160" algn="l" defTabSz="457200" rtl="0" eaLnBrk="1" latinLnBrk="0" hangingPunct="1">
        <a:lnSpc>
          <a:spcPts val="1600"/>
        </a:lnSpc>
        <a:spcBef>
          <a:spcPts val="1000"/>
        </a:spcBef>
        <a:spcAft>
          <a:spcPts val="0"/>
        </a:spcAft>
        <a:buClrTx/>
        <a:buSzPct val="100000"/>
        <a:buFontTx/>
        <a:buChar char="•"/>
        <a:tabLst/>
        <a:defRPr sz="1200" b="0" i="0" u="none" strike="noStrike" cap="none" spc="0" baseline="0">
          <a:solidFill>
            <a:schemeClr val="accent4">
              <a:hueOff val="-839560"/>
              <a:satOff val="19935"/>
              <a:lumOff val="-15534"/>
            </a:schemeClr>
          </a:solidFill>
          <a:uFillTx/>
          <a:latin typeface="Arial"/>
          <a:ea typeface="Arial"/>
          <a:cs typeface="Arial"/>
          <a:sym typeface="Arial"/>
        </a:defRPr>
      </a:lvl6pPr>
      <a:lvl7pPr marL="2880360" marR="0" indent="-137160" algn="l" defTabSz="457200" rtl="0" eaLnBrk="1" latinLnBrk="0" hangingPunct="1">
        <a:lnSpc>
          <a:spcPts val="1600"/>
        </a:lnSpc>
        <a:spcBef>
          <a:spcPts val="1000"/>
        </a:spcBef>
        <a:spcAft>
          <a:spcPts val="0"/>
        </a:spcAft>
        <a:buClrTx/>
        <a:buSzPct val="100000"/>
        <a:buFontTx/>
        <a:buChar char="•"/>
        <a:tabLst/>
        <a:defRPr sz="1200" b="0" i="0" u="none" strike="noStrike" cap="none" spc="0" baseline="0">
          <a:solidFill>
            <a:schemeClr val="accent4">
              <a:hueOff val="-839560"/>
              <a:satOff val="19935"/>
              <a:lumOff val="-15534"/>
            </a:schemeClr>
          </a:solidFill>
          <a:uFillTx/>
          <a:latin typeface="Arial"/>
          <a:ea typeface="Arial"/>
          <a:cs typeface="Arial"/>
          <a:sym typeface="Arial"/>
        </a:defRPr>
      </a:lvl7pPr>
      <a:lvl8pPr marL="3337559" marR="0" indent="-137159" algn="l" defTabSz="457200" rtl="0" eaLnBrk="1" latinLnBrk="0" hangingPunct="1">
        <a:lnSpc>
          <a:spcPts val="1600"/>
        </a:lnSpc>
        <a:spcBef>
          <a:spcPts val="1000"/>
        </a:spcBef>
        <a:spcAft>
          <a:spcPts val="0"/>
        </a:spcAft>
        <a:buClrTx/>
        <a:buSzPct val="100000"/>
        <a:buFontTx/>
        <a:buChar char="•"/>
        <a:tabLst/>
        <a:defRPr sz="1200" b="0" i="0" u="none" strike="noStrike" cap="none" spc="0" baseline="0">
          <a:solidFill>
            <a:schemeClr val="accent4">
              <a:hueOff val="-839560"/>
              <a:satOff val="19935"/>
              <a:lumOff val="-15534"/>
            </a:schemeClr>
          </a:solidFill>
          <a:uFillTx/>
          <a:latin typeface="Arial"/>
          <a:ea typeface="Arial"/>
          <a:cs typeface="Arial"/>
          <a:sym typeface="Arial"/>
        </a:defRPr>
      </a:lvl8pPr>
      <a:lvl9pPr marL="3794759" marR="0" indent="-137159" algn="l" defTabSz="457200" rtl="0" eaLnBrk="1" latinLnBrk="0" hangingPunct="1">
        <a:lnSpc>
          <a:spcPts val="1600"/>
        </a:lnSpc>
        <a:spcBef>
          <a:spcPts val="1000"/>
        </a:spcBef>
        <a:spcAft>
          <a:spcPts val="0"/>
        </a:spcAft>
        <a:buClrTx/>
        <a:buSzPct val="100000"/>
        <a:buFontTx/>
        <a:buChar char="•"/>
        <a:tabLst/>
        <a:defRPr sz="1200" b="0" i="0" u="none" strike="noStrike" cap="none" spc="0" baseline="0">
          <a:solidFill>
            <a:schemeClr val="accent4">
              <a:hueOff val="-839560"/>
              <a:satOff val="19935"/>
              <a:lumOff val="-15534"/>
            </a:schemeClr>
          </a:solidFill>
          <a:uFillTx/>
          <a:latin typeface="Arial"/>
          <a:ea typeface="Arial"/>
          <a:cs typeface="Arial"/>
          <a:sym typeface="Arial"/>
        </a:defRPr>
      </a:lvl9pPr>
    </p:bodyStyle>
    <p:otherStyle>
      <a:lvl1pPr marL="0" marR="0" indent="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1pPr>
      <a:lvl2pPr marL="0" marR="0" indent="4572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2pPr>
      <a:lvl3pPr marL="0" marR="0" indent="9144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3pPr>
      <a:lvl4pPr marL="0" marR="0" indent="13716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4pPr>
      <a:lvl5pPr marL="0" marR="0" indent="18288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5pPr>
      <a:lvl6pPr marL="0" marR="0" indent="22860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6pPr>
      <a:lvl7pPr marL="0" marR="0" indent="27432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7pPr>
      <a:lvl8pPr marL="0" marR="0" indent="32004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8pPr>
      <a:lvl9pPr marL="0" marR="0" indent="3657600" algn="r" defTabSz="457200" rtl="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59B082B-315C-DD8D-A168-52A194A97853}"/>
              </a:ext>
            </a:extLst>
          </p:cNvPr>
          <p:cNvSpPr>
            <a:spLocks noGrp="1"/>
          </p:cNvSpPr>
          <p:nvPr>
            <p:ph type="body" sz="quarter" idx="22"/>
          </p:nvPr>
        </p:nvSpPr>
        <p:spPr>
          <a:xfrm>
            <a:off x="640800" y="4118205"/>
            <a:ext cx="8280000" cy="451754"/>
          </a:xfrm>
        </p:spPr>
        <p:txBody>
          <a:bodyPr/>
          <a:lstStyle/>
          <a:p>
            <a:r>
              <a:rPr lang="en-US" dirty="0"/>
              <a:t>UiPath </a:t>
            </a:r>
            <a:r>
              <a:rPr lang="en-US" dirty="0" err="1"/>
              <a:t>AgentHack</a:t>
            </a:r>
            <a:r>
              <a:rPr lang="en-US" dirty="0"/>
              <a:t>. Build the AI agents of tomorrow. </a:t>
            </a:r>
            <a:endParaRPr lang="en-MT" dirty="0"/>
          </a:p>
        </p:txBody>
      </p:sp>
      <p:sp>
        <p:nvSpPr>
          <p:cNvPr id="3" name="Title 2">
            <a:extLst>
              <a:ext uri="{FF2B5EF4-FFF2-40B4-BE49-F238E27FC236}">
                <a16:creationId xmlns:a16="http://schemas.microsoft.com/office/drawing/2014/main" id="{FBDEDE4E-6ACF-3A2E-D9B3-191EFDDD253B}"/>
              </a:ext>
            </a:extLst>
          </p:cNvPr>
          <p:cNvSpPr>
            <a:spLocks noGrp="1"/>
          </p:cNvSpPr>
          <p:nvPr>
            <p:ph type="title"/>
          </p:nvPr>
        </p:nvSpPr>
        <p:spPr>
          <a:xfrm>
            <a:off x="640800" y="3080317"/>
            <a:ext cx="8280000" cy="1037888"/>
          </a:xfrm>
        </p:spPr>
        <p:txBody>
          <a:bodyPr/>
          <a:lstStyle/>
          <a:p>
            <a:pPr algn="l"/>
            <a:r>
              <a:rPr sz="4000" b="1">
                <a:latin typeface="Segoe UI"/>
              </a:rPr>
              <a:t>Deal Desk Agent</a:t>
            </a:r>
          </a:p>
          <a:p>
            <a:pPr algn="l"/>
            <a:r>
              <a:rPr sz="4000" b="0">
                <a:latin typeface="Segoe UI"/>
              </a:rPr>
              <a:t>Your AI Deal Desk Analyst</a:t>
            </a:r>
          </a:p>
        </p:txBody>
      </p:sp>
    </p:spTree>
    <p:extLst>
      <p:ext uri="{BB962C8B-B14F-4D97-AF65-F5344CB8AC3E}">
        <p14:creationId xmlns:p14="http://schemas.microsoft.com/office/powerpoint/2010/main" val="749991134"/>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AFA35-F81D-0626-83EB-70B088D9B9DF}"/>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E66991E2-8AE2-DD26-A9A4-214B73B61F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255" y="1925979"/>
            <a:ext cx="2223500" cy="2228624"/>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6">
            <a:extLst>
              <a:ext uri="{FF2B5EF4-FFF2-40B4-BE49-F238E27FC236}">
                <a16:creationId xmlns:a16="http://schemas.microsoft.com/office/drawing/2014/main" id="{023A3B3B-70DA-4806-B848-C55E152C6CBF}"/>
              </a:ext>
            </a:extLst>
          </p:cNvPr>
          <p:cNvSpPr>
            <a:spLocks noGrp="1"/>
          </p:cNvSpPr>
          <p:nvPr/>
        </p:nvSpPr>
        <p:spPr>
          <a:xfrm>
            <a:off x="308294" y="4436925"/>
            <a:ext cx="2710314" cy="489737"/>
          </a:xfrm>
          <a:prstGeom prst="rect">
            <a:avLst/>
          </a:prstGeom>
        </p:spPr>
        <p:txBody>
          <a:bodyPr vert="horz" lIns="0" tIns="0" rIns="0" bIns="0" rtlCol="0" anchor="b" anchorCtr="1">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sz="1800" b="1">
                <a:latin typeface="Segoe UI"/>
              </a:rPr>
              <a:t>Daniela Rosenstein</a:t>
            </a:r>
          </a:p>
        </p:txBody>
      </p:sp>
      <p:sp>
        <p:nvSpPr>
          <p:cNvPr id="4" name="Text Placeholder 11">
            <a:extLst>
              <a:ext uri="{FF2B5EF4-FFF2-40B4-BE49-F238E27FC236}">
                <a16:creationId xmlns:a16="http://schemas.microsoft.com/office/drawing/2014/main" id="{C50F4400-3C94-4D3A-92CC-2C64D553524A}"/>
              </a:ext>
            </a:extLst>
          </p:cNvPr>
          <p:cNvSpPr>
            <a:spLocks noGrp="1"/>
          </p:cNvSpPr>
          <p:nvPr/>
        </p:nvSpPr>
        <p:spPr>
          <a:xfrm>
            <a:off x="342659" y="5063729"/>
            <a:ext cx="2710691" cy="1141008"/>
          </a:xfrm>
          <a:prstGeom prst="rect">
            <a:avLst/>
          </a:prstGeom>
        </p:spPr>
        <p:txBody>
          <a:bodyPr vert="horz" lIns="0" tIns="0" rIns="0" bIns="0" rtlCol="0" anchor="t" anchorCtr="1">
            <a:noAutofit/>
          </a:bodyPr>
          <a:lstStyle>
            <a:lvl1pPr marL="0" indent="0" algn="l" defTabSz="457200" rtl="0" eaLnBrk="1" latinLnBrk="0" hangingPunct="1">
              <a:spcBef>
                <a:spcPts val="1000"/>
              </a:spcBef>
              <a:buFont typeface="Arial"/>
              <a:buNone/>
              <a:defRPr sz="16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16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sz="1300" b="0">
                <a:latin typeface="Segoe UI"/>
              </a:rPr>
              <a:t>Builder @ Cato Networks</a:t>
            </a:r>
          </a:p>
        </p:txBody>
      </p:sp>
      <p:pic>
        <p:nvPicPr>
          <p:cNvPr id="5" name="Picture 2">
            <a:extLst>
              <a:ext uri="{FF2B5EF4-FFF2-40B4-BE49-F238E27FC236}">
                <a16:creationId xmlns:a16="http://schemas.microsoft.com/office/drawing/2014/main" id="{8D8FDD73-F412-713B-3DD2-71DA1C30C4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8334" y="1925979"/>
            <a:ext cx="2223500" cy="2228624"/>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6">
            <a:extLst>
              <a:ext uri="{FF2B5EF4-FFF2-40B4-BE49-F238E27FC236}">
                <a16:creationId xmlns:a16="http://schemas.microsoft.com/office/drawing/2014/main" id="{03A01159-846F-0F7B-6E10-2F795B0A06AA}"/>
              </a:ext>
            </a:extLst>
          </p:cNvPr>
          <p:cNvSpPr>
            <a:spLocks noGrp="1"/>
          </p:cNvSpPr>
          <p:nvPr/>
        </p:nvSpPr>
        <p:spPr>
          <a:xfrm>
            <a:off x="3216503" y="4450509"/>
            <a:ext cx="2710314" cy="489737"/>
          </a:xfrm>
          <a:prstGeom prst="rect">
            <a:avLst/>
          </a:prstGeom>
        </p:spPr>
        <p:txBody>
          <a:bodyPr vert="horz" lIns="0" tIns="0" rIns="0" bIns="0" rtlCol="0" anchor="b" anchorCtr="1">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sz="1800" b="1">
                <a:latin typeface="Segoe UI"/>
              </a:rPr>
              <a:t>LangGraph coded agent</a:t>
            </a:r>
          </a:p>
        </p:txBody>
      </p:sp>
      <p:sp>
        <p:nvSpPr>
          <p:cNvPr id="7" name="Text Placeholder 11">
            <a:extLst>
              <a:ext uri="{FF2B5EF4-FFF2-40B4-BE49-F238E27FC236}">
                <a16:creationId xmlns:a16="http://schemas.microsoft.com/office/drawing/2014/main" id="{2D9BC4B5-779B-1958-1E56-3B92969E86DF}"/>
              </a:ext>
            </a:extLst>
          </p:cNvPr>
          <p:cNvSpPr>
            <a:spLocks noGrp="1"/>
          </p:cNvSpPr>
          <p:nvPr/>
        </p:nvSpPr>
        <p:spPr>
          <a:xfrm>
            <a:off x="3105672" y="5062793"/>
            <a:ext cx="2710691" cy="1141008"/>
          </a:xfrm>
          <a:prstGeom prst="rect">
            <a:avLst/>
          </a:prstGeom>
        </p:spPr>
        <p:txBody>
          <a:bodyPr vert="horz" lIns="0" tIns="0" rIns="0" bIns="0" rtlCol="0" anchor="t" anchorCtr="1">
            <a:noAutofit/>
          </a:bodyPr>
          <a:lstStyle>
            <a:lvl1pPr marL="0" indent="0" algn="l" defTabSz="457200" rtl="0" eaLnBrk="1" latinLnBrk="0" hangingPunct="1">
              <a:spcBef>
                <a:spcPts val="1000"/>
              </a:spcBef>
              <a:buFont typeface="Arial"/>
              <a:buNone/>
              <a:defRPr sz="16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16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sz="1300" b="0">
                <a:latin typeface="Segoe UI"/>
              </a:rPr>
              <a:t>plan / render / process_response (Python LangGraph)</a:t>
            </a:r>
          </a:p>
        </p:txBody>
      </p:sp>
      <p:pic>
        <p:nvPicPr>
          <p:cNvPr id="8" name="Picture 2">
            <a:extLst>
              <a:ext uri="{FF2B5EF4-FFF2-40B4-BE49-F238E27FC236}">
                <a16:creationId xmlns:a16="http://schemas.microsoft.com/office/drawing/2014/main" id="{7DBA6F5D-90AD-506A-CE4D-89319B51CB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51716" y="1973262"/>
            <a:ext cx="2223500" cy="2228624"/>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B970237-0361-6A57-6B9D-3344AC7DBB09}"/>
              </a:ext>
            </a:extLst>
          </p:cNvPr>
          <p:cNvSpPr>
            <a:spLocks noGrp="1"/>
          </p:cNvSpPr>
          <p:nvPr/>
        </p:nvSpPr>
        <p:spPr>
          <a:xfrm>
            <a:off x="6148101" y="4450509"/>
            <a:ext cx="2710314" cy="489737"/>
          </a:xfrm>
          <a:prstGeom prst="rect">
            <a:avLst/>
          </a:prstGeom>
        </p:spPr>
        <p:txBody>
          <a:bodyPr vert="horz" lIns="0" tIns="0" rIns="0" bIns="0" rtlCol="0" anchor="b" anchorCtr="1">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sz="1800" b="1">
                <a:latin typeface="Segoe UI"/>
              </a:rPr>
              <a:t>Maestro BPMN</a:t>
            </a:r>
          </a:p>
        </p:txBody>
      </p:sp>
      <p:sp>
        <p:nvSpPr>
          <p:cNvPr id="10" name="Text Placeholder 11">
            <a:extLst>
              <a:ext uri="{FF2B5EF4-FFF2-40B4-BE49-F238E27FC236}">
                <a16:creationId xmlns:a16="http://schemas.microsoft.com/office/drawing/2014/main" id="{242DAF2E-2BDB-8C60-D764-D5185EBF89A0}"/>
              </a:ext>
            </a:extLst>
          </p:cNvPr>
          <p:cNvSpPr>
            <a:spLocks noGrp="1"/>
          </p:cNvSpPr>
          <p:nvPr/>
        </p:nvSpPr>
        <p:spPr>
          <a:xfrm>
            <a:off x="6148101" y="5060108"/>
            <a:ext cx="2710691" cy="1141008"/>
          </a:xfrm>
          <a:prstGeom prst="rect">
            <a:avLst/>
          </a:prstGeom>
        </p:spPr>
        <p:txBody>
          <a:bodyPr vert="horz" lIns="0" tIns="0" rIns="0" bIns="0" rtlCol="0" anchor="t" anchorCtr="1">
            <a:noAutofit/>
          </a:bodyPr>
          <a:lstStyle>
            <a:lvl1pPr marL="0" indent="0" algn="l" defTabSz="457200" rtl="0" eaLnBrk="1" latinLnBrk="0" hangingPunct="1">
              <a:spcBef>
                <a:spcPts val="1000"/>
              </a:spcBef>
              <a:buFont typeface="Arial"/>
              <a:buNone/>
              <a:defRPr sz="16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16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sz="1300" b="0">
                <a:latin typeface="Segoe UI"/>
              </a:rPr>
              <a:t>orchestration, gateway, sequential loop, polling</a:t>
            </a:r>
          </a:p>
        </p:txBody>
      </p:sp>
      <p:pic>
        <p:nvPicPr>
          <p:cNvPr id="11" name="Picture 2">
            <a:extLst>
              <a:ext uri="{FF2B5EF4-FFF2-40B4-BE49-F238E27FC236}">
                <a16:creationId xmlns:a16="http://schemas.microsoft.com/office/drawing/2014/main" id="{49E04C0B-2472-ED45-82CC-742C963F71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25098" y="1973262"/>
            <a:ext cx="2223500" cy="2228624"/>
          </a:xfrm>
          <a:prstGeom prst="rect">
            <a:avLst/>
          </a:prstGeom>
          <a:noFill/>
          <a:extLst>
            <a:ext uri="{909E8E84-426E-40DD-AFC4-6F175D3DCCD1}">
              <a14:hiddenFill xmlns:a14="http://schemas.microsoft.com/office/drawing/2010/main">
                <a:solidFill>
                  <a:srgbClr val="FFFFFF"/>
                </a:solidFill>
              </a14:hiddenFill>
            </a:ext>
          </a:extLst>
        </p:spPr>
      </p:pic>
      <p:sp>
        <p:nvSpPr>
          <p:cNvPr id="12" name="Text Placeholder 6">
            <a:extLst>
              <a:ext uri="{FF2B5EF4-FFF2-40B4-BE49-F238E27FC236}">
                <a16:creationId xmlns:a16="http://schemas.microsoft.com/office/drawing/2014/main" id="{B647BEE1-A482-AA4D-385A-A902F0852F5E}"/>
              </a:ext>
            </a:extLst>
          </p:cNvPr>
          <p:cNvSpPr>
            <a:spLocks noGrp="1"/>
          </p:cNvSpPr>
          <p:nvPr/>
        </p:nvSpPr>
        <p:spPr>
          <a:xfrm>
            <a:off x="8858415" y="4436925"/>
            <a:ext cx="2710314" cy="489737"/>
          </a:xfrm>
          <a:prstGeom prst="rect">
            <a:avLst/>
          </a:prstGeom>
        </p:spPr>
        <p:txBody>
          <a:bodyPr vert="horz" lIns="0" tIns="0" rIns="0" bIns="0" rtlCol="0" anchor="b" anchorCtr="1">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sz="1800" b="1">
                <a:latin typeface="Segoe UI"/>
              </a:rPr>
              <a:t>WaitDecision Robot</a:t>
            </a:r>
          </a:p>
        </p:txBody>
      </p:sp>
      <p:sp>
        <p:nvSpPr>
          <p:cNvPr id="13" name="Text Placeholder 11">
            <a:extLst>
              <a:ext uri="{FF2B5EF4-FFF2-40B4-BE49-F238E27FC236}">
                <a16:creationId xmlns:a16="http://schemas.microsoft.com/office/drawing/2014/main" id="{D0822F4C-6C78-11B3-C564-A83C5BAD18B2}"/>
              </a:ext>
            </a:extLst>
          </p:cNvPr>
          <p:cNvSpPr>
            <a:spLocks noGrp="1"/>
          </p:cNvSpPr>
          <p:nvPr/>
        </p:nvSpPr>
        <p:spPr>
          <a:xfrm>
            <a:off x="8881502" y="5060108"/>
            <a:ext cx="2710691" cy="1141008"/>
          </a:xfrm>
          <a:prstGeom prst="rect">
            <a:avLst/>
          </a:prstGeom>
        </p:spPr>
        <p:txBody>
          <a:bodyPr vert="horz" lIns="0" tIns="0" rIns="0" bIns="0" rtlCol="0" anchor="t" anchorCtr="1">
            <a:noAutofit/>
          </a:bodyPr>
          <a:lstStyle>
            <a:lvl1pPr marL="0" indent="0" algn="l" defTabSz="457200" rtl="0" eaLnBrk="1" latinLnBrk="0" hangingPunct="1">
              <a:spcBef>
                <a:spcPts val="1000"/>
              </a:spcBef>
              <a:buFont typeface="Arial"/>
              <a:buNone/>
              <a:defRPr sz="16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16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sz="1300" b="0">
                <a:latin typeface="Segoe UI"/>
              </a:rPr>
              <a:t>RPA: POSTs to HITL portal, sends Outlook email</a:t>
            </a:r>
          </a:p>
        </p:txBody>
      </p:sp>
      <p:sp>
        <p:nvSpPr>
          <p:cNvPr id="14" name="Title 1">
            <a:extLst>
              <a:ext uri="{FF2B5EF4-FFF2-40B4-BE49-F238E27FC236}">
                <a16:creationId xmlns:a16="http://schemas.microsoft.com/office/drawing/2014/main" id="{426A5EB7-4B7D-852B-B90D-74E6498EA545}"/>
              </a:ext>
            </a:extLst>
          </p:cNvPr>
          <p:cNvSpPr txBox="1">
            <a:spLocks/>
          </p:cNvSpPr>
          <p:nvPr/>
        </p:nvSpPr>
        <p:spPr>
          <a:xfrm>
            <a:off x="359999" y="360000"/>
            <a:ext cx="9000000" cy="900000"/>
          </a:xfrm>
          <a:prstGeom prst="rect">
            <a:avLst/>
          </a:prstGeom>
        </p:spPr>
        <p:txBody>
          <a:bodyPr/>
          <a:lst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a:lstStyle>
          <a:p>
            <a:pPr algn="l"/>
            <a:r>
              <a:rPr sz="1600" b="1">
                <a:latin typeface="Segoe UI"/>
              </a:rPr>
              <a:t>Track 2: UiPath Maestro BPMN</a:t>
            </a:r>
            <a:endParaRPr lang="en-MT" dirty="0"/>
          </a:p>
          <a:p>
            <a:pPr algn="l"/>
            <a:r>
              <a:rPr sz="1600" b="0">
                <a:latin typeface="Segoe UI"/>
              </a:rPr>
              <a:t>Coding-agent bonus: Cursor + Claude via UiPath for Coding Agents</a:t>
            </a:r>
          </a:p>
        </p:txBody>
      </p:sp>
    </p:spTree>
    <p:extLst>
      <p:ext uri="{BB962C8B-B14F-4D97-AF65-F5344CB8AC3E}">
        <p14:creationId xmlns:p14="http://schemas.microsoft.com/office/powerpoint/2010/main" val="2231807245"/>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3E3D97-861B-8216-1596-A30DB1E0C2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1A60B8-E509-98E7-2FEE-CE8BB6CF2A9D}"/>
              </a:ext>
            </a:extLst>
          </p:cNvPr>
          <p:cNvSpPr>
            <a:spLocks noGrp="1"/>
          </p:cNvSpPr>
          <p:nvPr>
            <p:ph type="title"/>
          </p:nvPr>
        </p:nvSpPr>
        <p:spPr/>
        <p:txBody>
          <a:bodyPr/>
          <a:lstStyle/>
          <a:p>
            <a:r>
              <a:rPr lang="en-GB" dirty="0">
                <a:solidFill>
                  <a:srgbClr val="172024"/>
                </a:solidFill>
              </a:rPr>
              <a:t>Problem statement and proposed solution</a:t>
            </a:r>
            <a:endParaRPr lang="en-MT" dirty="0">
              <a:solidFill>
                <a:srgbClr val="172024"/>
              </a:solidFill>
            </a:endParaRPr>
          </a:p>
        </p:txBody>
      </p:sp>
      <p:sp>
        <p:nvSpPr>
          <p:cNvPr id="10" name="Slide Number Placeholder 9">
            <a:extLst>
              <a:ext uri="{FF2B5EF4-FFF2-40B4-BE49-F238E27FC236}">
                <a16:creationId xmlns:a16="http://schemas.microsoft.com/office/drawing/2014/main" id="{612CFE9D-67C2-DBC8-C1B9-92F9C34115AD}"/>
              </a:ext>
            </a:extLst>
          </p:cNvPr>
          <p:cNvSpPr>
            <a:spLocks noGrp="1"/>
          </p:cNvSpPr>
          <p:nvPr>
            <p:ph type="sldNum" sz="quarter" idx="10"/>
          </p:nvPr>
        </p:nvSpPr>
        <p:spPr/>
        <p:txBody>
          <a:bodyPr/>
          <a:lstStyle/>
          <a:p>
            <a:fld id="{86CB4B4D-7CA3-9044-876B-883B54F8677D}" type="slidenum">
              <a:rPr lang="en-MT" smtClean="0"/>
              <a:t>3</a:t>
            </a:fld>
            <a:endParaRPr lang="en-MT"/>
          </a:p>
        </p:txBody>
      </p:sp>
      <p:sp>
        <p:nvSpPr>
          <p:cNvPr id="3" name="Text Placeholder 2">
            <a:extLst>
              <a:ext uri="{FF2B5EF4-FFF2-40B4-BE49-F238E27FC236}">
                <a16:creationId xmlns:a16="http://schemas.microsoft.com/office/drawing/2014/main" id="{ACA789EF-7679-BC5C-55B2-79105E026D27}"/>
              </a:ext>
            </a:extLst>
          </p:cNvPr>
          <p:cNvSpPr>
            <a:spLocks noGrp="1"/>
          </p:cNvSpPr>
          <p:nvPr>
            <p:ph type="body" sz="quarter" idx="15"/>
          </p:nvPr>
        </p:nvSpPr>
        <p:spPr/>
        <p:txBody>
          <a:bodyPr/>
          <a:lstStyle/>
          <a:p>
            <a:r>
              <a:rPr lang="en-GB" dirty="0"/>
              <a:t>Problem</a:t>
            </a:r>
          </a:p>
        </p:txBody>
      </p:sp>
      <p:sp>
        <p:nvSpPr>
          <p:cNvPr id="4" name="Content Placeholder 3">
            <a:extLst>
              <a:ext uri="{FF2B5EF4-FFF2-40B4-BE49-F238E27FC236}">
                <a16:creationId xmlns:a16="http://schemas.microsoft.com/office/drawing/2014/main" id="{6DEF4AF2-F532-7980-A51E-EB633C18E090}"/>
              </a:ext>
            </a:extLst>
          </p:cNvPr>
          <p:cNvSpPr>
            <a:spLocks noGrp="1"/>
          </p:cNvSpPr>
          <p:nvPr>
            <p:ph idx="16"/>
          </p:nvPr>
        </p:nvSpPr>
        <p:spPr>
          <a:prstGeom prst="rect">
            <a:avLst/>
          </a:prstGeom>
        </p:spPr>
        <p:txBody>
          <a:bodyPr/>
          <a:lstStyle/>
          <a:p>
            <a:pPr marL="285750" indent="-285750" fontAlgn="base" algn="l">
              <a:buFont typeface="Arial" panose="020B0604020202020204" pitchFamily="34" charset="0"/>
              <a:buChar char="•"/>
            </a:pPr>
            <a:r>
              <a:rPr sz="1300" b="0">
                <a:latin typeface="Segoe UI"/>
              </a:rPr>
              <a:t>Every sales org has a Deal Desk: the person who reviews discount requests,</a:t>
            </a:r>
          </a:p>
          <a:p>
            <a:pPr algn="l"/>
            <a:r>
              <a:rPr sz="1300" b="0">
                <a:latin typeface="Segoe UI"/>
              </a:rPr>
              <a:t>emails managers up the chain, waits for replies, and updates the CRM.</a:t>
            </a:r>
          </a:p>
          <a:p>
            <a:pPr algn="l"/>
            <a:r>
              <a:rPr sz="1300" b="0">
                <a:latin typeface="Segoe UI"/>
              </a:rPr>
              <a:t>It is entirely manual, inbox-driven, and slower than the sales team needs.</a:t>
            </a:r>
          </a:p>
          <a:p>
            <a:pPr algn="l"/>
          </a:p>
          <a:p>
            <a:pPr algn="l"/>
            <a:r>
              <a:rPr sz="1300" b="0">
                <a:latin typeface="Segoe UI"/>
              </a:rPr>
              <a:t>The Opportunity Owner (AE) submits a request and then waits:</a:t>
            </a:r>
          </a:p>
          <a:p>
            <a:pPr algn="l"/>
            <a:r>
              <a:rPr sz="1300" b="0">
                <a:latin typeface="Segoe UI"/>
              </a:rPr>
              <a:t>  - No SLA: deals stall in inboxes for days.</a:t>
            </a:r>
          </a:p>
          <a:p>
            <a:pPr algn="l"/>
            <a:r>
              <a:rPr sz="1300" b="0">
                <a:latin typeface="Segoe UI"/>
              </a:rPr>
              <a:t>  - No consistency: routing thresholds drift between managers.</a:t>
            </a:r>
          </a:p>
          <a:p>
            <a:pPr algn="l"/>
            <a:r>
              <a:rPr sz="1300" b="0">
                <a:latin typeface="Segoe UI"/>
              </a:rPr>
              <a:t>  - No audit trail: decisions buried in email threads.</a:t>
            </a:r>
          </a:p>
        </p:txBody>
      </p:sp>
      <p:sp>
        <p:nvSpPr>
          <p:cNvPr id="5" name="Text Placeholder 4">
            <a:extLst>
              <a:ext uri="{FF2B5EF4-FFF2-40B4-BE49-F238E27FC236}">
                <a16:creationId xmlns:a16="http://schemas.microsoft.com/office/drawing/2014/main" id="{CF86218D-58D1-4DB9-D829-CC6DC53A0A26}"/>
              </a:ext>
            </a:extLst>
          </p:cNvPr>
          <p:cNvSpPr>
            <a:spLocks noGrp="1"/>
          </p:cNvSpPr>
          <p:nvPr>
            <p:ph type="body" sz="quarter" idx="17"/>
          </p:nvPr>
        </p:nvSpPr>
        <p:spPr/>
        <p:txBody>
          <a:bodyPr/>
          <a:lstStyle/>
          <a:p>
            <a:r>
              <a:rPr lang="en-GB" dirty="0"/>
              <a:t>Solution</a:t>
            </a:r>
          </a:p>
        </p:txBody>
      </p:sp>
      <p:sp>
        <p:nvSpPr>
          <p:cNvPr id="6" name="Content Placeholder 5">
            <a:extLst>
              <a:ext uri="{FF2B5EF4-FFF2-40B4-BE49-F238E27FC236}">
                <a16:creationId xmlns:a16="http://schemas.microsoft.com/office/drawing/2014/main" id="{39D3F4E2-81AA-B610-6D1B-F0DAA1E2611A}"/>
              </a:ext>
            </a:extLst>
          </p:cNvPr>
          <p:cNvSpPr>
            <a:spLocks noGrp="1"/>
          </p:cNvSpPr>
          <p:nvPr>
            <p:ph idx="18"/>
          </p:nvPr>
        </p:nvSpPr>
        <p:spPr/>
        <p:txBody>
          <a:bodyPr/>
          <a:lstStyle/>
          <a:p>
            <a:pPr marL="285750" indent="-285750" fontAlgn="base" algn="l">
              <a:buFont typeface="Arial" panose="020B0604020202020204" pitchFamily="34" charset="0"/>
              <a:buChar char="•"/>
            </a:pPr>
            <a:r>
              <a:rPr sz="1250" b="0">
                <a:latin typeface="Segoe UI"/>
              </a:rPr>
              <a:t>The Deal Desk Agent does the Deal Desk job:</a:t>
            </a:r>
          </a:p>
          <a:p>
            <a:pPr algn="l"/>
          </a:p>
          <a:p>
            <a:pPr algn="l"/>
            <a:r>
              <a:rPr sz="1250" b="0">
                <a:latin typeface="Segoe UI"/>
              </a:rPr>
              <a:t>  1. Queries live Salesforce data via AgentHub MCP sidecar.</a:t>
            </a:r>
          </a:p>
          <a:p>
            <a:pPr algn="l"/>
            <a:r>
              <a:rPr sz="1250" b="0">
                <a:latin typeface="Segoe UI"/>
              </a:rPr>
              <a:t>  2. Resolves approver chain from HiBob org chart (reportsTo hierarchy).</a:t>
            </a:r>
          </a:p>
          <a:p>
            <a:pPr algn="l"/>
            <a:r>
              <a:rPr sz="1250" b="0">
                <a:latin typeface="Segoe UI"/>
              </a:rPr>
              <a:t>  3. Applies risk scoring + LLM reasoning to draft a recommendation.</a:t>
            </a:r>
          </a:p>
          <a:p>
            <a:pPr algn="l"/>
            <a:r>
              <a:rPr sz="1250" b="0">
                <a:latin typeface="Segoe UI"/>
              </a:rPr>
              <a:t>  4. WaitDecision Robot: Action Center task + Outlook Adaptive Card + Slack DM</a:t>
            </a:r>
          </a:p>
          <a:p>
            <a:pPr algn="l"/>
            <a:r>
              <a:rPr sz="1250" b="0">
                <a:latin typeface="Segoe UI"/>
              </a:rPr>
              <a:t>     — three channels simultaneously. Robot suspends via UiPath Persistence.</a:t>
            </a:r>
          </a:p>
          <a:p>
            <a:pPr algn="l"/>
            <a:r>
              <a:rPr sz="1250" b="0">
                <a:latin typeface="Segoe UI"/>
              </a:rPr>
              <a:t>  5. Approver decides in Outlook (Adaptive Card button) or Action Center.</a:t>
            </a:r>
          </a:p>
          <a:p>
            <a:pPr algn="l"/>
            <a:r>
              <a:rPr sz="1250" b="0">
                <a:latin typeface="Segoe UI"/>
              </a:rPr>
              <a:t>  6. Robot resumes, returns decision to BPMN. Rejection short-circuits chain.</a:t>
            </a:r>
          </a:p>
          <a:p>
            <a:pPr algn="l"/>
            <a:r>
              <a:rPr sz="1250" b="0">
                <a:latin typeface="Segoe UI"/>
              </a:rPr>
              <a:t>  7. Slack + Outlook summary to AE. Data Fabric audit record.</a:t>
            </a:r>
          </a:p>
        </p:txBody>
      </p:sp>
    </p:spTree>
    <p:extLst>
      <p:ext uri="{BB962C8B-B14F-4D97-AF65-F5344CB8AC3E}">
        <p14:creationId xmlns:p14="http://schemas.microsoft.com/office/powerpoint/2010/main" val="388946008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2A98F-0D34-4F65-DE46-AE03205ED290}"/>
            </a:ext>
          </a:extLst>
        </p:cNvPr>
        <p:cNvGrpSpPr/>
        <p:nvPr/>
      </p:nvGrpSpPr>
      <p:grpSpPr>
        <a:xfrm>
          <a:off x="0" y="0"/>
          <a:ext cx="0" cy="0"/>
          <a:chOff x="0" y="0"/>
          <a:chExt cx="0" cy="0"/>
        </a:xfrm>
      </p:grpSpPr>
      <p:sp>
        <p:nvSpPr>
          <p:cNvPr id="2" name="Title 5">
            <a:extLst>
              <a:ext uri="{FF2B5EF4-FFF2-40B4-BE49-F238E27FC236}">
                <a16:creationId xmlns:a16="http://schemas.microsoft.com/office/drawing/2014/main" id="{AD4CB4D1-7370-9D56-91FE-E94FD0B5521C}"/>
              </a:ext>
            </a:extLst>
          </p:cNvPr>
          <p:cNvSpPr txBox="1">
            <a:spLocks/>
          </p:cNvSpPr>
          <p:nvPr/>
        </p:nvSpPr>
        <p:spPr>
          <a:xfrm>
            <a:off x="259203" y="360000"/>
            <a:ext cx="9000000" cy="499928"/>
          </a:xfrm>
          <a:prstGeom prst="rect">
            <a:avLst/>
          </a:prstGeom>
        </p:spPr>
        <p:txBody>
          <a:bodyPr/>
          <a:lst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a:lstStyle>
          <a:p>
            <a:r>
              <a:rPr lang="en-GB" dirty="0"/>
              <a:t>Benefits and technologies used</a:t>
            </a:r>
            <a:endParaRPr lang="en-MT" dirty="0"/>
          </a:p>
        </p:txBody>
      </p:sp>
      <p:sp>
        <p:nvSpPr>
          <p:cNvPr id="3" name="Slide Number">
            <a:extLst>
              <a:ext uri="{FF2B5EF4-FFF2-40B4-BE49-F238E27FC236}">
                <a16:creationId xmlns:a16="http://schemas.microsoft.com/office/drawing/2014/main" id="{3318ADF4-66DC-932F-99DD-DE3F238E9B1F}"/>
              </a:ext>
            </a:extLst>
          </p:cNvPr>
          <p:cNvSpPr txBox="1">
            <a:spLocks noGrp="1"/>
          </p:cNvSpPr>
          <p:nvPr>
            <p:ph type="sldNum" sz="quarter" idx="10"/>
          </p:nvPr>
        </p:nvSpPr>
        <p:spPr>
          <a:xfrm>
            <a:off x="11574470" y="6480000"/>
            <a:ext cx="157094" cy="15388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4</a:t>
            </a:fld>
            <a:endParaRPr/>
          </a:p>
        </p:txBody>
      </p:sp>
      <p:graphicFrame>
        <p:nvGraphicFramePr>
          <p:cNvPr id="4" name="Table 3">
            <a:extLst>
              <a:ext uri="{FF2B5EF4-FFF2-40B4-BE49-F238E27FC236}">
                <a16:creationId xmlns:a16="http://schemas.microsoft.com/office/drawing/2014/main" id="{D6412797-89F7-45B5-CEE9-E11B1345AA3A}"/>
              </a:ext>
            </a:extLst>
          </p:cNvPr>
          <p:cNvGraphicFramePr>
            <a:graphicFrameLocks noGrp="1"/>
          </p:cNvGraphicFramePr>
          <p:nvPr>
            <p:extLst>
              <p:ext uri="{D42A27DB-BD31-4B8C-83A1-F6EECF244321}">
                <p14:modId xmlns:p14="http://schemas.microsoft.com/office/powerpoint/2010/main" val="1692350897"/>
              </p:ext>
            </p:extLst>
          </p:nvPr>
        </p:nvGraphicFramePr>
        <p:xfrm>
          <a:off x="359999" y="1506261"/>
          <a:ext cx="5006658" cy="4991737"/>
        </p:xfrm>
        <a:graphic>
          <a:graphicData uri="http://schemas.openxmlformats.org/drawingml/2006/table">
            <a:tbl>
              <a:tblPr/>
              <a:tblGrid>
                <a:gridCol w="2503329">
                  <a:extLst>
                    <a:ext uri="{9D8B030D-6E8A-4147-A177-3AD203B41FA5}">
                      <a16:colId xmlns:a16="http://schemas.microsoft.com/office/drawing/2014/main" val="1797263825"/>
                    </a:ext>
                  </a:extLst>
                </a:gridCol>
                <a:gridCol w="2503329">
                  <a:extLst>
                    <a:ext uri="{9D8B030D-6E8A-4147-A177-3AD203B41FA5}">
                      <a16:colId xmlns:a16="http://schemas.microsoft.com/office/drawing/2014/main" val="4089649546"/>
                    </a:ext>
                  </a:extLst>
                </a:gridCol>
              </a:tblGrid>
              <a:tr h="997533">
                <a:tc>
                  <a:txBody>
                    <a:bodyPr/>
                    <a:lstStyle/>
                    <a:p>
                      <a:pPr algn="l" fontAlgn="base">
                        <a:lnSpc>
                          <a:spcPts val="1425"/>
                        </a:lnSpc>
                        <a:buNone/>
                      </a:pPr>
                      <a:r>
                        <a:rPr lang="en-US" sz="1800" b="1" i="0" u="none" strike="noStrike" dirty="0">
                          <a:solidFill>
                            <a:srgbClr val="FFFFFF"/>
                          </a:solidFill>
                          <a:effectLst/>
                          <a:latin typeface="Arial" panose="020B0604020202020204" pitchFamily="34" charset="0"/>
                        </a:rPr>
                        <a:t>End-user</a:t>
                      </a:r>
                      <a:r>
                        <a:rPr lang="en-US" sz="1800" b="1" i="0" dirty="0">
                          <a:solidFill>
                            <a:srgbClr val="FFFFFF"/>
                          </a:solidFill>
                          <a:effectLst/>
                          <a:latin typeface="Arial" panose="020B0604020202020204" pitchFamily="34" charset="0"/>
                        </a:rPr>
                        <a:t>​</a:t>
                      </a:r>
                      <a:endParaRPr lang="en-US" sz="1800" b="1" i="0" dirty="0">
                        <a:solidFill>
                          <a:srgbClr val="FFFFFF"/>
                        </a:solidFill>
                        <a:effectLst/>
                      </a:endParaRP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32C4F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tc>
                  <a:txBody>
                    <a:bodyPr/>
                    <a:lstStyle/>
                    <a:p>
                      <a:pPr algn="l" fontAlgn="base">
                        <a:lnSpc>
                          <a:spcPts val="1425"/>
                        </a:lnSpc>
                        <a:buNone/>
                      </a:pPr>
                      <a:r>
                        <a:rPr lang="en-US" sz="1800" b="0" i="0" u="none" strike="noStrike" dirty="0">
                          <a:solidFill>
                            <a:srgbClr val="000000"/>
                          </a:solidFill>
                          <a:effectLst/>
                          <a:latin typeface="Arial" panose="020B0604020202020204" pitchFamily="34" charset="0"/>
                        </a:rPr>
                        <a:t>Lorem Ipsum</a:t>
                      </a:r>
                      <a:r>
                        <a:rPr lang="en-US" sz="1800" b="1" i="0" dirty="0">
                          <a:solidFill>
                            <a:srgbClr val="FFFFFF"/>
                          </a:solidFill>
                          <a:effectLst/>
                          <a:latin typeface="Arial" panose="020B0604020202020204" pitchFamily="34" charset="0"/>
                        </a:rPr>
                        <a:t>​</a:t>
                      </a:r>
                      <a:endParaRPr lang="en-US" sz="1800" b="1" i="0" dirty="0">
                        <a:solidFill>
                          <a:srgbClr val="FFFFFF"/>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2700" cap="flat" cmpd="sng" algn="ctr">
                      <a:solidFill>
                        <a:srgbClr val="32C4F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extLst>
                  <a:ext uri="{0D108BD9-81ED-4DB2-BD59-A6C34878D82A}">
                    <a16:rowId xmlns:a16="http://schemas.microsoft.com/office/drawing/2014/main" val="484696175"/>
                  </a:ext>
                </a:extLst>
              </a:tr>
              <a:tr h="997533">
                <a:tc>
                  <a:txBody>
                    <a:bodyPr/>
                    <a:lstStyle/>
                    <a:p>
                      <a:pPr algn="l" fontAlgn="base">
                        <a:lnSpc>
                          <a:spcPts val="1425"/>
                        </a:lnSpc>
                        <a:buNone/>
                      </a:pPr>
                      <a:r>
                        <a:rPr lang="en-US" sz="1800" b="1" i="0" u="none" strike="noStrike" dirty="0">
                          <a:solidFill>
                            <a:srgbClr val="FFFFFF"/>
                          </a:solidFill>
                          <a:effectLst/>
                          <a:latin typeface="Arial" panose="020B0604020202020204" pitchFamily="34" charset="0"/>
                        </a:rPr>
                        <a:t>User department</a:t>
                      </a:r>
                      <a:r>
                        <a:rPr lang="en-US" sz="1800" b="0" i="0" dirty="0">
                          <a:solidFill>
                            <a:srgbClr val="000000"/>
                          </a:solidFill>
                          <a:effectLst/>
                          <a:latin typeface="Arial" panose="020B0604020202020204" pitchFamily="34" charset="0"/>
                        </a:rPr>
                        <a:t>​</a:t>
                      </a:r>
                      <a:endParaRPr lang="en-US" sz="1800" b="0" i="0" dirty="0">
                        <a:solidFill>
                          <a:srgbClr val="000000"/>
                        </a:solidFill>
                        <a:effectLst/>
                      </a:endParaRP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tc>
                  <a:txBody>
                    <a:bodyPr/>
                    <a:lstStyle/>
                    <a:p>
                      <a:pPr algn="l" fontAlgn="base">
                        <a:lnSpc>
                          <a:spcPts val="1425"/>
                        </a:lnSpc>
                        <a:buNone/>
                      </a:pPr>
                      <a:r>
                        <a:rPr lang="en-US" sz="1800" b="0" i="0" u="none" strike="noStrike" dirty="0">
                          <a:solidFill>
                            <a:srgbClr val="000000"/>
                          </a:solidFill>
                          <a:effectLst/>
                          <a:latin typeface="Arial" panose="020B0604020202020204" pitchFamily="34" charset="0"/>
                        </a:rPr>
                        <a:t>Lorem Ipsum</a:t>
                      </a:r>
                      <a:r>
                        <a:rPr lang="en-US" sz="1800" b="0" i="0" dirty="0">
                          <a:solidFill>
                            <a:srgbClr val="000000"/>
                          </a:solidFill>
                          <a:effectLst/>
                          <a:latin typeface="Arial" panose="020B0604020202020204" pitchFamily="34" charset="0"/>
                        </a:rPr>
                        <a:t>​</a:t>
                      </a:r>
                      <a:endParaRPr lang="en-US" sz="1800" b="0" i="0" dirty="0">
                        <a:solidFill>
                          <a:srgbClr val="00000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extLst>
                  <a:ext uri="{0D108BD9-81ED-4DB2-BD59-A6C34878D82A}">
                    <a16:rowId xmlns:a16="http://schemas.microsoft.com/office/drawing/2014/main" val="1025955541"/>
                  </a:ext>
                </a:extLst>
              </a:tr>
              <a:tr h="997533">
                <a:tc>
                  <a:txBody>
                    <a:bodyPr/>
                    <a:lstStyle/>
                    <a:p>
                      <a:pPr algn="l" fontAlgn="base">
                        <a:lnSpc>
                          <a:spcPts val="1425"/>
                        </a:lnSpc>
                        <a:buNone/>
                      </a:pPr>
                      <a:r>
                        <a:rPr lang="en-US" sz="1800" b="1" i="0" u="none" strike="noStrike">
                          <a:solidFill>
                            <a:srgbClr val="FFFFFF"/>
                          </a:solidFill>
                          <a:effectLst/>
                          <a:latin typeface="Arial" panose="020B0604020202020204" pitchFamily="34" charset="0"/>
                        </a:rPr>
                        <a:t>Industries</a:t>
                      </a:r>
                      <a:r>
                        <a:rPr lang="en-US" sz="1800" b="0" i="0">
                          <a:solidFill>
                            <a:srgbClr val="000000"/>
                          </a:solidFill>
                          <a:effectLst/>
                          <a:latin typeface="Arial" panose="020B0604020202020204" pitchFamily="34" charset="0"/>
                        </a:rPr>
                        <a:t>​</a:t>
                      </a:r>
                      <a:endParaRPr lang="en-US" sz="1800" b="0" i="0">
                        <a:solidFill>
                          <a:srgbClr val="000000"/>
                        </a:solidFill>
                        <a:effectLst/>
                      </a:endParaRP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tc>
                  <a:txBody>
                    <a:bodyPr/>
                    <a:lstStyle/>
                    <a:p>
                      <a:pPr algn="l" fontAlgn="base">
                        <a:lnSpc>
                          <a:spcPts val="1425"/>
                        </a:lnSpc>
                        <a:buNone/>
                      </a:pPr>
                      <a:r>
                        <a:rPr lang="en-US" sz="1800" b="0" i="0" u="none" strike="noStrike" dirty="0">
                          <a:solidFill>
                            <a:srgbClr val="000000"/>
                          </a:solidFill>
                          <a:effectLst/>
                          <a:latin typeface="Arial" panose="020B0604020202020204" pitchFamily="34" charset="0"/>
                        </a:rPr>
                        <a:t>Lorem Ipsum</a:t>
                      </a:r>
                      <a:r>
                        <a:rPr lang="en-US" sz="1800" b="0" i="0" dirty="0">
                          <a:solidFill>
                            <a:srgbClr val="000000"/>
                          </a:solidFill>
                          <a:effectLst/>
                          <a:latin typeface="Arial" panose="020B0604020202020204" pitchFamily="34" charset="0"/>
                        </a:rPr>
                        <a:t>​</a:t>
                      </a:r>
                      <a:endParaRPr lang="en-US" sz="1800" b="0" i="0" dirty="0">
                        <a:solidFill>
                          <a:srgbClr val="00000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extLst>
                  <a:ext uri="{0D108BD9-81ED-4DB2-BD59-A6C34878D82A}">
                    <a16:rowId xmlns:a16="http://schemas.microsoft.com/office/drawing/2014/main" val="3613447538"/>
                  </a:ext>
                </a:extLst>
              </a:tr>
              <a:tr h="997533">
                <a:tc>
                  <a:txBody>
                    <a:bodyPr/>
                    <a:lstStyle/>
                    <a:p>
                      <a:pPr algn="l" fontAlgn="base">
                        <a:lnSpc>
                          <a:spcPts val="1425"/>
                        </a:lnSpc>
                        <a:buNone/>
                      </a:pPr>
                      <a:r>
                        <a:rPr lang="en-US" sz="1800" b="1" i="0" u="none" strike="noStrike" dirty="0">
                          <a:solidFill>
                            <a:srgbClr val="FFFFFF"/>
                          </a:solidFill>
                          <a:effectLst/>
                          <a:latin typeface="Arial" panose="020B0604020202020204" pitchFamily="34" charset="0"/>
                        </a:rPr>
                        <a:t>UiPath products used</a:t>
                      </a:r>
                      <a:r>
                        <a:rPr lang="en-US" sz="1800" b="0" i="0" dirty="0">
                          <a:solidFill>
                            <a:srgbClr val="000000"/>
                          </a:solidFill>
                          <a:effectLst/>
                          <a:latin typeface="Arial" panose="020B0604020202020204" pitchFamily="34" charset="0"/>
                        </a:rPr>
                        <a:t>​</a:t>
                      </a:r>
                      <a:endParaRPr lang="en-US" sz="1800" b="0" i="0" dirty="0">
                        <a:solidFill>
                          <a:srgbClr val="000000"/>
                        </a:solidFill>
                        <a:effectLst/>
                      </a:endParaRP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tc>
                  <a:txBody>
                    <a:bodyPr/>
                    <a:lstStyle/>
                    <a:p>
                      <a:pPr algn="l" fontAlgn="base">
                        <a:lnSpc>
                          <a:spcPts val="1425"/>
                        </a:lnSpc>
                        <a:buNone/>
                      </a:pPr>
                      <a:r>
                        <a:rPr lang="en-US" sz="1800" b="0" i="0" u="none" strike="noStrike">
                          <a:solidFill>
                            <a:srgbClr val="000000"/>
                          </a:solidFill>
                          <a:effectLst/>
                          <a:latin typeface="Arial" panose="020B0604020202020204" pitchFamily="34" charset="0"/>
                        </a:rPr>
                        <a:t>Lorem Ipsum</a:t>
                      </a:r>
                      <a:r>
                        <a:rPr lang="en-US" sz="1800" b="0" i="0">
                          <a:solidFill>
                            <a:srgbClr val="000000"/>
                          </a:solidFill>
                          <a:effectLst/>
                          <a:latin typeface="Arial" panose="020B0604020202020204" pitchFamily="34" charset="0"/>
                        </a:rPr>
                        <a:t>​</a:t>
                      </a:r>
                      <a:endParaRPr lang="en-US" sz="1800" b="0" i="0">
                        <a:solidFill>
                          <a:srgbClr val="00000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9387" cap="flat" cmpd="sng" algn="ctr">
                      <a:solidFill>
                        <a:srgbClr val="DFE3E3"/>
                      </a:solidFill>
                      <a:prstDash val="solid"/>
                      <a:round/>
                      <a:headEnd type="none" w="med" len="med"/>
                      <a:tailEnd type="none" w="med" len="med"/>
                    </a:lnT>
                    <a:lnB w="19387" cap="flat" cmpd="sng" algn="ctr">
                      <a:solidFill>
                        <a:srgbClr val="DFE3E3"/>
                      </a:solidFill>
                      <a:prstDash val="solid"/>
                      <a:round/>
                      <a:headEnd type="none" w="med" len="med"/>
                      <a:tailEnd type="none" w="med" len="med"/>
                    </a:lnB>
                    <a:solidFill>
                      <a:srgbClr val="0BA2B3"/>
                    </a:solidFill>
                  </a:tcPr>
                </a:tc>
                <a:extLst>
                  <a:ext uri="{0D108BD9-81ED-4DB2-BD59-A6C34878D82A}">
                    <a16:rowId xmlns:a16="http://schemas.microsoft.com/office/drawing/2014/main" val="1221151595"/>
                  </a:ext>
                </a:extLst>
              </a:tr>
              <a:tr h="1001605">
                <a:tc>
                  <a:txBody>
                    <a:bodyPr/>
                    <a:lstStyle/>
                    <a:p>
                      <a:pPr algn="l" fontAlgn="base">
                        <a:lnSpc>
                          <a:spcPts val="1425"/>
                        </a:lnSpc>
                        <a:buNone/>
                      </a:pPr>
                      <a:r>
                        <a:rPr lang="en-US" sz="1800" b="1" i="0" u="none" strike="noStrike" dirty="0">
                          <a:solidFill>
                            <a:srgbClr val="FFFFFF"/>
                          </a:solidFill>
                          <a:effectLst/>
                          <a:latin typeface="Arial" panose="020B0604020202020204" pitchFamily="34" charset="0"/>
                        </a:rPr>
                        <a:t>Other - integrations / APIs / technologies used</a:t>
                      </a:r>
                      <a:r>
                        <a:rPr lang="en-US" sz="1800" b="0" i="0" dirty="0">
                          <a:solidFill>
                            <a:srgbClr val="000000"/>
                          </a:solidFill>
                          <a:effectLst/>
                          <a:latin typeface="Arial" panose="020B0604020202020204" pitchFamily="34" charset="0"/>
                        </a:rPr>
                        <a:t>​</a:t>
                      </a:r>
                      <a:endParaRPr lang="en-US" sz="1800" b="0" i="0" dirty="0">
                        <a:solidFill>
                          <a:srgbClr val="000000"/>
                        </a:solidFill>
                        <a:effectLst/>
                      </a:endParaRPr>
                    </a:p>
                  </a:txBody>
                  <a:tcPr anchor="ctr">
                    <a:lnL w="12700" cap="flat" cmpd="sng" algn="ctr">
                      <a:solidFill>
                        <a:srgbClr val="32C4F3"/>
                      </a:solidFill>
                      <a:prstDash val="solid"/>
                      <a:round/>
                      <a:headEnd type="none" w="med" len="med"/>
                      <a:tailEnd type="none" w="med" len="med"/>
                    </a:lnL>
                    <a:lnR w="12700" cap="flat" cmpd="sng" algn="ctr">
                      <a:solidFill>
                        <a:srgbClr val="FFFFFF"/>
                      </a:solidFill>
                      <a:prstDash val="solid"/>
                      <a:round/>
                      <a:headEnd type="none" w="med" len="med"/>
                      <a:tailEnd type="none" w="med" len="med"/>
                    </a:lnR>
                    <a:lnT w="19387" cap="flat" cmpd="sng" algn="ctr">
                      <a:solidFill>
                        <a:srgbClr val="DFE3E3"/>
                      </a:solidFill>
                      <a:prstDash val="solid"/>
                      <a:round/>
                      <a:headEnd type="none" w="med" len="med"/>
                      <a:tailEnd type="none" w="med" len="med"/>
                    </a:lnT>
                    <a:lnB w="12700" cap="flat" cmpd="sng" algn="ctr">
                      <a:solidFill>
                        <a:srgbClr val="32C4F3"/>
                      </a:solidFill>
                      <a:prstDash val="solid"/>
                      <a:round/>
                      <a:headEnd type="none" w="med" len="med"/>
                      <a:tailEnd type="none" w="med" len="med"/>
                    </a:lnB>
                    <a:solidFill>
                      <a:srgbClr val="0BA2B3"/>
                    </a:solidFill>
                  </a:tcPr>
                </a:tc>
                <a:tc>
                  <a:txBody>
                    <a:bodyPr/>
                    <a:lstStyle/>
                    <a:p>
                      <a:pPr algn="l" fontAlgn="base">
                        <a:lnSpc>
                          <a:spcPts val="1425"/>
                        </a:lnSpc>
                        <a:buNone/>
                      </a:pPr>
                      <a:r>
                        <a:rPr lang="en-US" sz="1800" b="0" i="0" u="none" strike="noStrike" dirty="0">
                          <a:solidFill>
                            <a:srgbClr val="000000"/>
                          </a:solidFill>
                          <a:effectLst/>
                          <a:latin typeface="Arial" panose="020B0604020202020204" pitchFamily="34" charset="0"/>
                        </a:rPr>
                        <a:t>Lorem Ipsum</a:t>
                      </a:r>
                      <a:r>
                        <a:rPr lang="en-US" sz="1800" b="0" i="0" dirty="0">
                          <a:solidFill>
                            <a:srgbClr val="000000"/>
                          </a:solidFill>
                          <a:effectLst/>
                          <a:latin typeface="Arial" panose="020B0604020202020204" pitchFamily="34" charset="0"/>
                        </a:rPr>
                        <a:t>​</a:t>
                      </a:r>
                      <a:endParaRPr lang="en-US" sz="1800" b="0" i="0" dirty="0">
                        <a:solidFill>
                          <a:srgbClr val="000000"/>
                        </a:solidFill>
                        <a:effectLst/>
                      </a:endParaRPr>
                    </a:p>
                  </a:txBody>
                  <a:tcPr anchor="ctr">
                    <a:lnL w="12700" cap="flat" cmpd="sng" algn="ctr">
                      <a:solidFill>
                        <a:srgbClr val="FFFFFF"/>
                      </a:solidFill>
                      <a:prstDash val="solid"/>
                      <a:round/>
                      <a:headEnd type="none" w="med" len="med"/>
                      <a:tailEnd type="none" w="med" len="med"/>
                    </a:lnL>
                    <a:lnR w="12700" cap="flat" cmpd="sng" algn="ctr">
                      <a:solidFill>
                        <a:srgbClr val="32C4F3"/>
                      </a:solidFill>
                      <a:prstDash val="solid"/>
                      <a:round/>
                      <a:headEnd type="none" w="med" len="med"/>
                      <a:tailEnd type="none" w="med" len="med"/>
                    </a:lnR>
                    <a:lnT w="19387" cap="flat" cmpd="sng" algn="ctr">
                      <a:solidFill>
                        <a:srgbClr val="DFE3E3"/>
                      </a:solidFill>
                      <a:prstDash val="solid"/>
                      <a:round/>
                      <a:headEnd type="none" w="med" len="med"/>
                      <a:tailEnd type="none" w="med" len="med"/>
                    </a:lnT>
                    <a:lnB w="12700" cap="flat" cmpd="sng" algn="ctr">
                      <a:solidFill>
                        <a:srgbClr val="32C4F3"/>
                      </a:solidFill>
                      <a:prstDash val="solid"/>
                      <a:round/>
                      <a:headEnd type="none" w="med" len="med"/>
                      <a:tailEnd type="none" w="med" len="med"/>
                    </a:lnB>
                    <a:solidFill>
                      <a:srgbClr val="0BA2B3"/>
                    </a:solidFill>
                  </a:tcPr>
                </a:tc>
                <a:extLst>
                  <a:ext uri="{0D108BD9-81ED-4DB2-BD59-A6C34878D82A}">
                    <a16:rowId xmlns:a16="http://schemas.microsoft.com/office/drawing/2014/main" val="1265993834"/>
                  </a:ext>
                </a:extLst>
              </a:tr>
            </a:tbl>
          </a:graphicData>
        </a:graphic>
      </p:graphicFrame>
      <p:sp>
        <p:nvSpPr>
          <p:cNvPr id="5" name="Rectangle 1">
            <a:extLst>
              <a:ext uri="{FF2B5EF4-FFF2-40B4-BE49-F238E27FC236}">
                <a16:creationId xmlns:a16="http://schemas.microsoft.com/office/drawing/2014/main" id="{FDDB8F6C-6FD2-1712-F7ED-DE2D595FD1C3}"/>
              </a:ext>
            </a:extLst>
          </p:cNvPr>
          <p:cNvSpPr>
            <a:spLocks noChangeArrowheads="1"/>
          </p:cNvSpPr>
          <p:nvPr/>
        </p:nvSpPr>
        <p:spPr bwMode="auto">
          <a:xfrm>
            <a:off x="359999" y="859929"/>
            <a:ext cx="103983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a:spcBef>
                <a:spcPct val="0"/>
              </a:spcBef>
              <a:spcAft>
                <a:spcPct val="0"/>
              </a:spcAft>
              <a:defRPr>
                <a:solidFill>
                  <a:schemeClr val="tx1"/>
                </a:solidFill>
                <a:latin typeface="Arial" panose="020B0604020202020204" pitchFamily="34" charset="0"/>
              </a:defRPr>
            </a:lvl1pPr>
            <a:lvl2pPr marL="457200" eaLnBrk="0" fontAlgn="base">
              <a:spcBef>
                <a:spcPct val="0"/>
              </a:spcBef>
              <a:spcAft>
                <a:spcPct val="0"/>
              </a:spcAft>
              <a:defRPr>
                <a:solidFill>
                  <a:schemeClr val="tx1"/>
                </a:solidFill>
                <a:latin typeface="Arial" panose="020B0604020202020204" pitchFamily="34" charset="0"/>
              </a:defRPr>
            </a:lvl2pPr>
            <a:lvl3pPr marL="914400" eaLnBrk="0" fontAlgn="base">
              <a:spcBef>
                <a:spcPct val="0"/>
              </a:spcBef>
              <a:spcAft>
                <a:spcPct val="0"/>
              </a:spcAft>
              <a:defRPr>
                <a:solidFill>
                  <a:schemeClr val="tx1"/>
                </a:solidFill>
                <a:latin typeface="Arial" panose="020B0604020202020204" pitchFamily="34" charset="0"/>
              </a:defRPr>
            </a:lvl3pPr>
            <a:lvl4pPr marL="1371600" eaLnBrk="0" fontAlgn="base">
              <a:spcBef>
                <a:spcPct val="0"/>
              </a:spcBef>
              <a:spcAft>
                <a:spcPct val="0"/>
              </a:spcAft>
              <a:defRPr>
                <a:solidFill>
                  <a:schemeClr val="tx1"/>
                </a:solidFill>
                <a:latin typeface="Arial" panose="020B0604020202020204" pitchFamily="34" charset="0"/>
              </a:defRPr>
            </a:lvl4pPr>
            <a:lvl5pPr marL="1828800" eaLnBrk="0" fontAlgn="base">
              <a:spcBef>
                <a:spcPct val="0"/>
              </a:spcBef>
              <a:spcAft>
                <a:spcPct val="0"/>
              </a:spcAft>
              <a:defRPr>
                <a:solidFill>
                  <a:schemeClr val="tx1"/>
                </a:solidFill>
                <a:latin typeface="Arial" panose="020B0604020202020204" pitchFamily="34" charset="0"/>
              </a:defRPr>
            </a:lvl5pPr>
            <a:lvl6pPr marL="2286000" eaLnBrk="0" fontAlgn="base">
              <a:spcBef>
                <a:spcPct val="0"/>
              </a:spcBef>
              <a:spcAft>
                <a:spcPct val="0"/>
              </a:spcAft>
              <a:defRPr>
                <a:solidFill>
                  <a:schemeClr val="tx1"/>
                </a:solidFill>
                <a:latin typeface="Arial" panose="020B0604020202020204" pitchFamily="34" charset="0"/>
              </a:defRPr>
            </a:lvl6pPr>
            <a:lvl7pPr marL="2743200" eaLnBrk="0" fontAlgn="base">
              <a:spcBef>
                <a:spcPct val="0"/>
              </a:spcBef>
              <a:spcAft>
                <a:spcPct val="0"/>
              </a:spcAft>
              <a:defRPr>
                <a:solidFill>
                  <a:schemeClr val="tx1"/>
                </a:solidFill>
                <a:latin typeface="Arial" panose="020B0604020202020204" pitchFamily="34" charset="0"/>
              </a:defRPr>
            </a:lvl7pPr>
            <a:lvl8pPr marL="3200400" eaLnBrk="0" fontAlgn="base">
              <a:spcBef>
                <a:spcPct val="0"/>
              </a:spcBef>
              <a:spcAft>
                <a:spcPct val="0"/>
              </a:spcAft>
              <a:defRPr>
                <a:solidFill>
                  <a:schemeClr val="tx1"/>
                </a:solidFill>
                <a:latin typeface="Arial" panose="020B0604020202020204" pitchFamily="34" charset="0"/>
              </a:defRPr>
            </a:lvl8pPr>
            <a:lvl9pPr marL="3657600"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ext Placeholder 25">
            <a:extLst>
              <a:ext uri="{FF2B5EF4-FFF2-40B4-BE49-F238E27FC236}">
                <a16:creationId xmlns:a16="http://schemas.microsoft.com/office/drawing/2014/main" id="{529D93D7-AC19-31FD-0A31-FCBFBA9AFD4D}"/>
              </a:ext>
            </a:extLst>
          </p:cNvPr>
          <p:cNvSpPr>
            <a:spLocks noGrp="1"/>
          </p:cNvSpPr>
          <p:nvPr/>
        </p:nvSpPr>
        <p:spPr>
          <a:xfrm>
            <a:off x="6422266" y="770263"/>
            <a:ext cx="5497831" cy="489737"/>
          </a:xfrm>
          <a:prstGeom prst="rect">
            <a:avLst/>
          </a:prstGeom>
        </p:spPr>
        <p:txBody>
          <a:bodyPr vert="horz" lIns="0" tIns="0" rIns="0" bIns="0" rtlCol="0" anchor="b" anchorCtr="0">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solidFill>
                  <a:schemeClr val="bg1"/>
                </a:solidFill>
              </a:rPr>
              <a:t>Benefits, impact and outcomes</a:t>
            </a:r>
          </a:p>
        </p:txBody>
      </p:sp>
      <p:sp>
        <p:nvSpPr>
          <p:cNvPr id="7" name="Content Placeholder 32">
            <a:extLst>
              <a:ext uri="{FF2B5EF4-FFF2-40B4-BE49-F238E27FC236}">
                <a16:creationId xmlns:a16="http://schemas.microsoft.com/office/drawing/2014/main" id="{AFAA334A-A9E5-9A6B-D433-4770703EF4AD}"/>
              </a:ext>
            </a:extLst>
          </p:cNvPr>
          <p:cNvSpPr txBox="1">
            <a:spLocks/>
          </p:cNvSpPr>
          <p:nvPr/>
        </p:nvSpPr>
        <p:spPr>
          <a:xfrm>
            <a:off x="6318751" y="1506260"/>
            <a:ext cx="5500550" cy="4426764"/>
          </a:xfrm>
          <a:prstGeom prst="rect">
            <a:avLst/>
          </a:prstGeom>
        </p:spPr>
        <p:txBody>
          <a:bodyPr/>
          <a:lstStyle>
            <a:defPPr>
              <a:defRPr lang="en-US"/>
            </a:defPPr>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85750" indent="-285750" algn="l">
              <a:buFont typeface="Arial" panose="020B0604020202020204" pitchFamily="34" charset="0"/>
              <a:buChar char="•"/>
            </a:pPr>
            <a:r>
              <a:rPr sz="1200" b="0">
                <a:latin typeface="Segoe UI"/>
              </a:rPr>
              <a:t>For the Opportunity Owner (AE / requester):</a:t>
            </a:r>
          </a:p>
          <a:p>
            <a:pPr algn="l"/>
            <a:r>
              <a:rPr sz="1200" b="0">
                <a:latin typeface="Segoe UI"/>
              </a:rPr>
              <a:t>  - No more chasing managers: agent routes, robot sends, BPMN tracks.</a:t>
            </a:r>
          </a:p>
          <a:p>
            <a:pPr algn="l"/>
            <a:r>
              <a:rPr sz="1200" b="0">
                <a:latin typeface="Segoe UI"/>
              </a:rPr>
              <a:t>  - Slack DM + Outlook summary with full decision trail on completion.</a:t>
            </a:r>
          </a:p>
          <a:p>
            <a:pPr algn="l"/>
            <a:r>
              <a:rPr sz="1200" b="0">
                <a:latin typeface="Segoe UI"/>
              </a:rPr>
              <a:t>  - Low-risk deals (&lt;=5% discount / &lt;=$50k) clear with ZERO human touch.</a:t>
            </a:r>
          </a:p>
          <a:p>
            <a:pPr algn="l"/>
          </a:p>
          <a:p>
            <a:pPr algn="l"/>
            <a:r>
              <a:rPr sz="1200" b="0">
                <a:latin typeface="Segoe UI"/>
              </a:rPr>
              <a:t>For the business:</a:t>
            </a:r>
          </a:p>
          <a:p>
            <a:pPr algn="l"/>
            <a:r>
              <a:rPr sz="1200" b="0">
                <a:latin typeface="Segoe UI"/>
              </a:rPr>
              <a:t>  - Consistent policy applied identically to every deal (risk score formula).</a:t>
            </a:r>
          </a:p>
          <a:p>
            <a:pPr algn="l"/>
            <a:r>
              <a:rPr sz="1200" b="0">
                <a:latin typeface="Segoe UI"/>
              </a:rPr>
              <a:t>  - SLA: BPMN polls every 30s; timer fires reminder via Robot if silent.</a:t>
            </a:r>
          </a:p>
          <a:p>
            <a:pPr algn="l"/>
            <a:r>
              <a:rPr sz="1200" b="0">
                <a:latin typeface="Segoe UI"/>
              </a:rPr>
              <a:t>  - Rejection short-circuits chain immediately (no wasted approver time).</a:t>
            </a:r>
          </a:p>
          <a:p>
            <a:pPr algn="l"/>
            <a:r>
              <a:rPr sz="1200" b="0">
                <a:latin typeface="Segoe UI"/>
              </a:rPr>
              <a:t>  - Audit: Data Fabric logs agent recommendation vs. each human decision.</a:t>
            </a:r>
          </a:p>
        </p:txBody>
      </p:sp>
      <p:sp>
        <p:nvSpPr>
          <p:cNvPr id="8" name="Text Placeholder 25">
            <a:extLst>
              <a:ext uri="{FF2B5EF4-FFF2-40B4-BE49-F238E27FC236}">
                <a16:creationId xmlns:a16="http://schemas.microsoft.com/office/drawing/2014/main" id="{41C52358-4F5E-423D-E7FA-F4BB97C68355}"/>
              </a:ext>
            </a:extLst>
          </p:cNvPr>
          <p:cNvSpPr>
            <a:spLocks noGrp="1"/>
          </p:cNvSpPr>
          <p:nvPr/>
        </p:nvSpPr>
        <p:spPr>
          <a:xfrm>
            <a:off x="359999" y="810000"/>
            <a:ext cx="5497831" cy="489737"/>
          </a:xfrm>
          <a:prstGeom prst="rect">
            <a:avLst/>
          </a:prstGeom>
        </p:spPr>
        <p:txBody>
          <a:bodyPr vert="horz" lIns="0" tIns="0" rIns="0" bIns="0" rtlCol="0" anchor="b" anchorCtr="0">
            <a:noAutofit/>
          </a:bodyPr>
          <a:lstStyle>
            <a:lvl1pPr marL="0" indent="0" algn="l" defTabSz="457200" rtl="0" eaLnBrk="1" latinLnBrk="0" hangingPunct="1">
              <a:lnSpc>
                <a:spcPct val="90000"/>
              </a:lnSpc>
              <a:spcBef>
                <a:spcPts val="500"/>
              </a:spcBef>
              <a:buFont typeface="Arial"/>
              <a:buNone/>
              <a:defRPr sz="2000" b="1" kern="1200" spc="-30" baseline="0">
                <a:solidFill>
                  <a:schemeClr val="tx1"/>
                </a:solidFill>
                <a:latin typeface="Arial"/>
                <a:ea typeface="+mn-ea"/>
                <a:cs typeface="Arial"/>
              </a:defRPr>
            </a:lvl1pPr>
            <a:lvl2pPr marL="174625" indent="-174625"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2pPr>
            <a:lvl3pPr marL="339725" indent="-165100"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3pPr>
            <a:lvl4pPr marL="512763" indent="-173038" algn="l" defTabSz="457200" rtl="0" eaLnBrk="1" latinLnBrk="0" hangingPunct="1">
              <a:spcBef>
                <a:spcPts val="0"/>
              </a:spcBef>
              <a:buClr>
                <a:schemeClr val="accent1"/>
              </a:buClr>
              <a:buFont typeface="Arial"/>
              <a:buChar char="•"/>
              <a:defRPr sz="1500" b="0" kern="1200" spc="-30">
                <a:solidFill>
                  <a:schemeClr val="tx1"/>
                </a:solidFill>
                <a:latin typeface="Arial"/>
                <a:ea typeface="+mn-ea"/>
                <a:cs typeface="Arial"/>
              </a:defRPr>
            </a:lvl4pPr>
            <a:lvl5pPr marL="687388" indent="-174625" algn="l" defTabSz="457200" rtl="0" eaLnBrk="1" latinLnBrk="0" hangingPunct="1">
              <a:spcBef>
                <a:spcPts val="0"/>
              </a:spcBef>
              <a:buClr>
                <a:schemeClr val="accent1"/>
              </a:buClr>
              <a:buFont typeface="Lucida Grande"/>
              <a:buChar char="-"/>
              <a:defRPr sz="1500" b="0" kern="1200" spc="-3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sz="1150" b="1">
                <a:latin typeface="Segoe UI"/>
              </a:rPr>
              <a:t>Technologies (all verified live Jun 22 2026):</a:t>
            </a:r>
          </a:p>
          <a:p>
            <a:pPr algn="l"/>
            <a:r>
              <a:rPr sz="1150" b="0">
                <a:latin typeface="Segoe UI"/>
              </a:rPr>
              <a:t>  UiPath Coded Agents (Python + LangGraph): plan, render, process_response</a:t>
            </a:r>
          </a:p>
          <a:p>
            <a:pPr algn="l"/>
            <a:r>
              <a:rPr sz="1150" b="0">
                <a:latin typeface="Segoe UI"/>
              </a:rPr>
              <a:t>  UiPath Maestro BPMN 2.0: sequential multi-instance loop, completionCondition</a:t>
            </a:r>
          </a:p>
          <a:p>
            <a:pPr algn="l"/>
            <a:r>
              <a:rPr sz="1150" b="0">
                <a:latin typeface="Segoe UI"/>
              </a:rPr>
              <a:t>  WaitDecision Robot v1.3.16 (UiPath RPA + Persistence.Activities): all channels</a:t>
            </a:r>
          </a:p>
          <a:p>
            <a:pPr algn="l"/>
            <a:r>
              <a:rPr sz="1150" b="0">
                <a:latin typeface="Segoe UI"/>
              </a:rPr>
              <a:t>  Action Center: external task in Deal Desk catalog, Approve/Reject buttons</a:t>
            </a:r>
          </a:p>
          <a:p>
            <a:pPr algn="l"/>
            <a:r>
              <a:rPr sz="1150" b="0">
                <a:latin typeface="Segoe UI"/>
              </a:rPr>
              <a:t>  Outlook Adaptive Card: originator 61fed71d, Action.Http buttons, HTML fallback</a:t>
            </a:r>
          </a:p>
          <a:p>
            <a:pPr algn="l"/>
            <a:r>
              <a:rPr sz="1150" b="0">
                <a:latin typeface="Segoe UI"/>
              </a:rPr>
              <a:t>  Slack Block Kit: DM to approver + requester via Slack Bot Token</a:t>
            </a:r>
          </a:p>
          <a:p>
            <a:pPr algn="l"/>
            <a:r>
              <a:rPr sz="1150" b="0">
                <a:latin typeface="Segoe UI"/>
              </a:rPr>
              <a:t>  AgentHub MCP Server: Salesforce DealDesk MCP (live IS, read-only SOQL)</a:t>
            </a:r>
          </a:p>
          <a:p>
            <a:pPr algn="l"/>
            <a:r>
              <a:rPr sz="1150" b="0">
                <a:latin typeface="Segoe UI"/>
              </a:rPr>
              <a:t>  Data Fabric: ApprovalAudit entity (agent rec vs. each human decision)</a:t>
            </a:r>
          </a:p>
          <a:p>
            <a:pPr algn="l"/>
            <a:r>
              <a:rPr sz="1150" b="0">
                <a:latin typeface="Segoe UI"/>
              </a:rPr>
              <a:t>  Solution deployed to Shared/DealDeskApprovalGlobal on Automation Cloud</a:t>
            </a:r>
          </a:p>
        </p:txBody>
      </p:sp>
    </p:spTree>
    <p:extLst>
      <p:ext uri="{BB962C8B-B14F-4D97-AF65-F5344CB8AC3E}">
        <p14:creationId xmlns:p14="http://schemas.microsoft.com/office/powerpoint/2010/main" val="92073182"/>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C5ABE-B1E7-E0F4-F9C1-1C0EF8D99D9D}"/>
            </a:ext>
          </a:extLst>
        </p:cNvPr>
        <p:cNvGrpSpPr/>
        <p:nvPr/>
      </p:nvGrpSpPr>
      <p:grpSpPr>
        <a:xfrm>
          <a:off x="0" y="0"/>
          <a:ext cx="0" cy="0"/>
          <a:chOff x="0" y="0"/>
          <a:chExt cx="0" cy="0"/>
        </a:xfrm>
      </p:grpSpPr>
      <p:sp>
        <p:nvSpPr>
          <p:cNvPr id="3" name="Slide Number">
            <a:extLst>
              <a:ext uri="{FF2B5EF4-FFF2-40B4-BE49-F238E27FC236}">
                <a16:creationId xmlns:a16="http://schemas.microsoft.com/office/drawing/2014/main" id="{769EFCAF-5C74-EB05-21F5-2D2BC2E0EABB}"/>
              </a:ext>
            </a:extLst>
          </p:cNvPr>
          <p:cNvSpPr txBox="1">
            <a:spLocks noGrp="1"/>
          </p:cNvSpPr>
          <p:nvPr>
            <p:ph type="sldNum" sz="quarter" idx="10"/>
          </p:nvPr>
        </p:nvSpPr>
        <p:spPr>
          <a:xfrm>
            <a:off x="11574470" y="6480000"/>
            <a:ext cx="157094" cy="15388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5</a:t>
            </a:fld>
            <a:endParaRPr/>
          </a:p>
        </p:txBody>
      </p:sp>
      <p:sp>
        <p:nvSpPr>
          <p:cNvPr id="5" name="Rectangle 1">
            <a:extLst>
              <a:ext uri="{FF2B5EF4-FFF2-40B4-BE49-F238E27FC236}">
                <a16:creationId xmlns:a16="http://schemas.microsoft.com/office/drawing/2014/main" id="{D988C2DD-493B-5D96-F19B-E505FAFF2D0F}"/>
              </a:ext>
            </a:extLst>
          </p:cNvPr>
          <p:cNvSpPr>
            <a:spLocks noChangeArrowheads="1"/>
          </p:cNvSpPr>
          <p:nvPr/>
        </p:nvSpPr>
        <p:spPr bwMode="auto">
          <a:xfrm>
            <a:off x="359999" y="859929"/>
            <a:ext cx="103983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a:spcBef>
                <a:spcPct val="0"/>
              </a:spcBef>
              <a:spcAft>
                <a:spcPct val="0"/>
              </a:spcAft>
              <a:defRPr>
                <a:solidFill>
                  <a:schemeClr val="tx1"/>
                </a:solidFill>
                <a:latin typeface="Arial" panose="020B0604020202020204" pitchFamily="34" charset="0"/>
              </a:defRPr>
            </a:lvl1pPr>
            <a:lvl2pPr marL="457200" eaLnBrk="0" fontAlgn="base">
              <a:spcBef>
                <a:spcPct val="0"/>
              </a:spcBef>
              <a:spcAft>
                <a:spcPct val="0"/>
              </a:spcAft>
              <a:defRPr>
                <a:solidFill>
                  <a:schemeClr val="tx1"/>
                </a:solidFill>
                <a:latin typeface="Arial" panose="020B0604020202020204" pitchFamily="34" charset="0"/>
              </a:defRPr>
            </a:lvl2pPr>
            <a:lvl3pPr marL="914400" eaLnBrk="0" fontAlgn="base">
              <a:spcBef>
                <a:spcPct val="0"/>
              </a:spcBef>
              <a:spcAft>
                <a:spcPct val="0"/>
              </a:spcAft>
              <a:defRPr>
                <a:solidFill>
                  <a:schemeClr val="tx1"/>
                </a:solidFill>
                <a:latin typeface="Arial" panose="020B0604020202020204" pitchFamily="34" charset="0"/>
              </a:defRPr>
            </a:lvl3pPr>
            <a:lvl4pPr marL="1371600" eaLnBrk="0" fontAlgn="base">
              <a:spcBef>
                <a:spcPct val="0"/>
              </a:spcBef>
              <a:spcAft>
                <a:spcPct val="0"/>
              </a:spcAft>
              <a:defRPr>
                <a:solidFill>
                  <a:schemeClr val="tx1"/>
                </a:solidFill>
                <a:latin typeface="Arial" panose="020B0604020202020204" pitchFamily="34" charset="0"/>
              </a:defRPr>
            </a:lvl4pPr>
            <a:lvl5pPr marL="1828800" eaLnBrk="0" fontAlgn="base">
              <a:spcBef>
                <a:spcPct val="0"/>
              </a:spcBef>
              <a:spcAft>
                <a:spcPct val="0"/>
              </a:spcAft>
              <a:defRPr>
                <a:solidFill>
                  <a:schemeClr val="tx1"/>
                </a:solidFill>
                <a:latin typeface="Arial" panose="020B0604020202020204" pitchFamily="34" charset="0"/>
              </a:defRPr>
            </a:lvl5pPr>
            <a:lvl6pPr marL="2286000" eaLnBrk="0" fontAlgn="base">
              <a:spcBef>
                <a:spcPct val="0"/>
              </a:spcBef>
              <a:spcAft>
                <a:spcPct val="0"/>
              </a:spcAft>
              <a:defRPr>
                <a:solidFill>
                  <a:schemeClr val="tx1"/>
                </a:solidFill>
                <a:latin typeface="Arial" panose="020B0604020202020204" pitchFamily="34" charset="0"/>
              </a:defRPr>
            </a:lvl6pPr>
            <a:lvl7pPr marL="2743200" eaLnBrk="0" fontAlgn="base">
              <a:spcBef>
                <a:spcPct val="0"/>
              </a:spcBef>
              <a:spcAft>
                <a:spcPct val="0"/>
              </a:spcAft>
              <a:defRPr>
                <a:solidFill>
                  <a:schemeClr val="tx1"/>
                </a:solidFill>
                <a:latin typeface="Arial" panose="020B0604020202020204" pitchFamily="34" charset="0"/>
              </a:defRPr>
            </a:lvl7pPr>
            <a:lvl8pPr marL="3200400" eaLnBrk="0" fontAlgn="base">
              <a:spcBef>
                <a:spcPct val="0"/>
              </a:spcBef>
              <a:spcAft>
                <a:spcPct val="0"/>
              </a:spcAft>
              <a:defRPr>
                <a:solidFill>
                  <a:schemeClr val="tx1"/>
                </a:solidFill>
                <a:latin typeface="Arial" panose="020B0604020202020204" pitchFamily="34" charset="0"/>
              </a:defRPr>
            </a:lvl8pPr>
            <a:lvl9pPr marL="3657600"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itle 2">
            <a:extLst>
              <a:ext uri="{FF2B5EF4-FFF2-40B4-BE49-F238E27FC236}">
                <a16:creationId xmlns:a16="http://schemas.microsoft.com/office/drawing/2014/main" id="{E33809C1-421A-FEE4-C2CB-3DA05EF49DDB}"/>
              </a:ext>
            </a:extLst>
          </p:cNvPr>
          <p:cNvSpPr txBox="1">
            <a:spLocks/>
          </p:cNvSpPr>
          <p:nvPr/>
        </p:nvSpPr>
        <p:spPr>
          <a:xfrm>
            <a:off x="359999" y="360000"/>
            <a:ext cx="9000000" cy="900000"/>
          </a:xfrm>
          <a:prstGeom prst="rect">
            <a:avLst/>
          </a:prstGeom>
        </p:spPr>
        <p:txBody>
          <a:bodyPr/>
          <a:lst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a:lstStyle>
          <a:p>
            <a:r>
              <a:rPr lang="en-GB"/>
              <a:t>Solution architecture</a:t>
            </a:r>
            <a:endParaRPr lang="en-MT" dirty="0"/>
          </a:p>
        </p:txBody>
      </p:sp>
      <p:sp>
        <p:nvSpPr>
          <p:cNvPr id="4" name="Content Placeholder 32">
            <a:extLst>
              <a:ext uri="{FF2B5EF4-FFF2-40B4-BE49-F238E27FC236}">
                <a16:creationId xmlns:a16="http://schemas.microsoft.com/office/drawing/2014/main" id="{03A6AAA2-CFF2-6048-0FF5-456004E6B92D}"/>
              </a:ext>
            </a:extLst>
          </p:cNvPr>
          <p:cNvSpPr txBox="1">
            <a:spLocks/>
          </p:cNvSpPr>
          <p:nvPr/>
        </p:nvSpPr>
        <p:spPr>
          <a:xfrm>
            <a:off x="359999" y="1506260"/>
            <a:ext cx="11459302" cy="4426764"/>
          </a:xfrm>
          <a:prstGeom prst="rect">
            <a:avLst/>
          </a:prstGeom>
        </p:spPr>
        <p:txBody>
          <a:bodyPr/>
          <a:lstStyle>
            <a:defPPr>
              <a:defRPr lang="en-US"/>
            </a:defPPr>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sz="1000" b="0">
                <a:latin typeface="Segoe UI"/>
              </a:rPr>
              <a:t>Salesforce event -&gt; Maestro BPMN -&gt; plan agent:</a:t>
            </a:r>
            <a:endParaRPr lang="en-US" sz="1800" b="0" dirty="0">
              <a:solidFill>
                <a:schemeClr val="bg1"/>
              </a:solidFill>
            </a:endParaRPr>
          </a:p>
          <a:p>
            <a:pPr algn="l"/>
            <a:r>
              <a:rPr sz="1000" b="0">
                <a:latin typeface="Segoe UI"/>
              </a:rPr>
              <a:t>  AgentHub MCP sidecar queries live Salesforce Opportunity + Account data</a:t>
            </a:r>
          </a:p>
          <a:p>
            <a:pPr algn="l"/>
            <a:r>
              <a:rPr sz="1000" b="0">
                <a:latin typeface="Segoe UI"/>
              </a:rPr>
              <a:t>  HiBob org chart resolution -&gt; builds approver chain (manager-&gt;director-&gt;vp-&gt;cfo-&gt;cro)</a:t>
            </a:r>
          </a:p>
          <a:p>
            <a:pPr algn="l"/>
            <a:r>
              <a:rPr sz="1000" b="0">
                <a:latin typeface="Segoe UI"/>
              </a:rPr>
              <a:t>  risk_score formula + LLM reasoning -&gt; RoutingPlan (disposition + rationale + chain)</a:t>
            </a:r>
          </a:p>
          <a:p>
            <a:pPr algn="l"/>
          </a:p>
          <a:p>
            <a:pPr algn="l"/>
            <a:r>
              <a:rPr sz="1000" b="0">
                <a:latin typeface="Segoe UI"/>
              </a:rPr>
              <a:t>Disposition gateway:</a:t>
            </a:r>
          </a:p>
          <a:p>
            <a:pPr algn="l"/>
            <a:r>
              <a:rPr sz="1000" b="0">
                <a:latin typeface="Segoe UI"/>
              </a:rPr>
              <a:t>  auto_approve  -&gt;  Slack + Outlook to AE + Data Fabric audit  (zero human touch)</a:t>
            </a:r>
          </a:p>
          <a:p>
            <a:pPr algn="l"/>
            <a:r>
              <a:rPr sz="1000" b="0">
                <a:latin typeface="Segoe UI"/>
              </a:rPr>
              <a:t>  exception     -&gt;  immediate human review</a:t>
            </a:r>
          </a:p>
          <a:p>
            <a:pPr algn="l"/>
            <a:r>
              <a:rPr sz="1000" b="0">
                <a:latin typeface="Segoe UI"/>
              </a:rPr>
              <a:t>  needs_approval  -&gt;  sequential approver loop (per-approver):</a:t>
            </a:r>
          </a:p>
          <a:p>
            <a:pPr algn="l"/>
            <a:r>
              <a:rPr sz="1000" b="0">
                <a:latin typeface="Segoe UI"/>
              </a:rPr>
              <a:t>    render agent builds Adaptive Card payload (deal context + LLM recommendation)</a:t>
            </a:r>
          </a:p>
          <a:p>
            <a:pPr algn="l"/>
            <a:r>
              <a:rPr sz="1000" b="0">
                <a:latin typeface="Segoe UI"/>
              </a:rPr>
              <a:t>    WaitDecision Robot v1.3.16:</a:t>
            </a:r>
          </a:p>
          <a:p>
            <a:pPr algn="l"/>
            <a:r>
              <a:rPr sz="1000" b="0">
                <a:latin typeface="Segoe UI"/>
              </a:rPr>
              <a:t>      Action Center: CreateExternalTask ('Deal Desk' catalog)</a:t>
            </a:r>
          </a:p>
          <a:p>
            <a:pPr algn="l"/>
            <a:r>
              <a:rPr sz="1000" b="0">
                <a:latin typeface="Segoe UI"/>
              </a:rPr>
              <a:t>      Outlook: Adaptive Card with Approve / Reject / Request Info buttons</a:t>
            </a:r>
          </a:p>
          <a:p>
            <a:pPr algn="l"/>
            <a:r>
              <a:rPr sz="1000" b="0">
                <a:latin typeface="Segoe UI"/>
              </a:rPr>
              <a:t>      Slack: Block Kit DM to approver</a:t>
            </a:r>
          </a:p>
          <a:p>
            <a:pPr algn="l"/>
            <a:r>
              <a:rPr sz="1000" b="0">
                <a:latin typeface="Segoe UI"/>
              </a:rPr>
              <a:t>      Suspends via UiPath.Persistence.Activities (no BPMN polling)</a:t>
            </a:r>
          </a:p>
          <a:p>
            <a:pPr algn="l"/>
            <a:r>
              <a:rPr sz="1000" b="0">
                <a:latin typeface="Segoe UI"/>
              </a:rPr>
              <a:t>    Approver decides via Adaptive Card OR Action Center -&gt; robot resumes</a:t>
            </a:r>
          </a:p>
          <a:p>
            <a:pPr algn="l"/>
            <a:r>
              <a:rPr sz="1000" b="0">
                <a:latin typeface="Segoe UI"/>
              </a:rPr>
              <a:t>    Rejection short-circuits chain (BPMN completionCondition)</a:t>
            </a:r>
          </a:p>
          <a:p>
            <a:pPr algn="l"/>
          </a:p>
          <a:p>
            <a:pPr algn="l"/>
            <a:r>
              <a:rPr sz="1000" b="0">
                <a:latin typeface="Segoe UI"/>
              </a:rPr>
              <a:t>On completion: Slack DM + Outlook summary to AE -&gt; Data Fabric ApprovalAudit</a:t>
            </a:r>
          </a:p>
        </p:txBody>
      </p:sp>
      <p:pic>
        <p:nvPicPr>
          <p:cNvPr id="6" name="Picture 5" descr="deal-desk-code-graph.png"/>
          <p:cNvPicPr>
            <a:picLocks noChangeAspect="1"/>
          </p:cNvPicPr>
          <p:nvPr/>
        </p:nvPicPr>
        <p:blipFill>
          <a:blip r:embed="rId2"/>
          <a:stretch>
            <a:fillRect/>
          </a:stretch>
        </p:blipFill>
        <p:spPr>
          <a:xfrm>
            <a:off x="868680" y="3657600"/>
            <a:ext cx="10424160" cy="2377440"/>
          </a:xfrm>
          <a:prstGeom prst="rect">
            <a:avLst/>
          </a:prstGeom>
        </p:spPr>
      </p:pic>
    </p:spTree>
    <p:extLst>
      <p:ext uri="{BB962C8B-B14F-4D97-AF65-F5344CB8AC3E}">
        <p14:creationId xmlns:p14="http://schemas.microsoft.com/office/powerpoint/2010/main" val="210372654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16939-4992-93D2-F302-D02CECF6C8D1}"/>
            </a:ext>
          </a:extLst>
        </p:cNvPr>
        <p:cNvGrpSpPr/>
        <p:nvPr/>
      </p:nvGrpSpPr>
      <p:grpSpPr>
        <a:xfrm>
          <a:off x="0" y="0"/>
          <a:ext cx="0" cy="0"/>
          <a:chOff x="0" y="0"/>
          <a:chExt cx="0" cy="0"/>
        </a:xfrm>
      </p:grpSpPr>
      <p:sp>
        <p:nvSpPr>
          <p:cNvPr id="3" name="Slide Number">
            <a:extLst>
              <a:ext uri="{FF2B5EF4-FFF2-40B4-BE49-F238E27FC236}">
                <a16:creationId xmlns:a16="http://schemas.microsoft.com/office/drawing/2014/main" id="{6C4E72B3-93AC-C753-7A84-C1CD66A5B0E1}"/>
              </a:ext>
            </a:extLst>
          </p:cNvPr>
          <p:cNvSpPr txBox="1">
            <a:spLocks noGrp="1"/>
          </p:cNvSpPr>
          <p:nvPr>
            <p:ph type="sldNum" sz="quarter" idx="10"/>
          </p:nvPr>
        </p:nvSpPr>
        <p:spPr>
          <a:xfrm>
            <a:off x="11574470" y="6480000"/>
            <a:ext cx="157094" cy="15388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6</a:t>
            </a:fld>
            <a:endParaRPr/>
          </a:p>
        </p:txBody>
      </p:sp>
      <p:sp>
        <p:nvSpPr>
          <p:cNvPr id="5" name="Rectangle 1">
            <a:extLst>
              <a:ext uri="{FF2B5EF4-FFF2-40B4-BE49-F238E27FC236}">
                <a16:creationId xmlns:a16="http://schemas.microsoft.com/office/drawing/2014/main" id="{01843E0A-2036-C699-04BE-44B828C31B55}"/>
              </a:ext>
            </a:extLst>
          </p:cNvPr>
          <p:cNvSpPr>
            <a:spLocks noChangeArrowheads="1"/>
          </p:cNvSpPr>
          <p:nvPr/>
        </p:nvSpPr>
        <p:spPr bwMode="auto">
          <a:xfrm>
            <a:off x="359999" y="859929"/>
            <a:ext cx="103983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a:spcBef>
                <a:spcPct val="0"/>
              </a:spcBef>
              <a:spcAft>
                <a:spcPct val="0"/>
              </a:spcAft>
              <a:defRPr>
                <a:solidFill>
                  <a:schemeClr val="tx1"/>
                </a:solidFill>
                <a:latin typeface="Arial" panose="020B0604020202020204" pitchFamily="34" charset="0"/>
              </a:defRPr>
            </a:lvl1pPr>
            <a:lvl2pPr marL="457200" eaLnBrk="0" fontAlgn="base">
              <a:spcBef>
                <a:spcPct val="0"/>
              </a:spcBef>
              <a:spcAft>
                <a:spcPct val="0"/>
              </a:spcAft>
              <a:defRPr>
                <a:solidFill>
                  <a:schemeClr val="tx1"/>
                </a:solidFill>
                <a:latin typeface="Arial" panose="020B0604020202020204" pitchFamily="34" charset="0"/>
              </a:defRPr>
            </a:lvl2pPr>
            <a:lvl3pPr marL="914400" eaLnBrk="0" fontAlgn="base">
              <a:spcBef>
                <a:spcPct val="0"/>
              </a:spcBef>
              <a:spcAft>
                <a:spcPct val="0"/>
              </a:spcAft>
              <a:defRPr>
                <a:solidFill>
                  <a:schemeClr val="tx1"/>
                </a:solidFill>
                <a:latin typeface="Arial" panose="020B0604020202020204" pitchFamily="34" charset="0"/>
              </a:defRPr>
            </a:lvl3pPr>
            <a:lvl4pPr marL="1371600" eaLnBrk="0" fontAlgn="base">
              <a:spcBef>
                <a:spcPct val="0"/>
              </a:spcBef>
              <a:spcAft>
                <a:spcPct val="0"/>
              </a:spcAft>
              <a:defRPr>
                <a:solidFill>
                  <a:schemeClr val="tx1"/>
                </a:solidFill>
                <a:latin typeface="Arial" panose="020B0604020202020204" pitchFamily="34" charset="0"/>
              </a:defRPr>
            </a:lvl4pPr>
            <a:lvl5pPr marL="1828800" eaLnBrk="0" fontAlgn="base">
              <a:spcBef>
                <a:spcPct val="0"/>
              </a:spcBef>
              <a:spcAft>
                <a:spcPct val="0"/>
              </a:spcAft>
              <a:defRPr>
                <a:solidFill>
                  <a:schemeClr val="tx1"/>
                </a:solidFill>
                <a:latin typeface="Arial" panose="020B0604020202020204" pitchFamily="34" charset="0"/>
              </a:defRPr>
            </a:lvl5pPr>
            <a:lvl6pPr marL="2286000" eaLnBrk="0" fontAlgn="base">
              <a:spcBef>
                <a:spcPct val="0"/>
              </a:spcBef>
              <a:spcAft>
                <a:spcPct val="0"/>
              </a:spcAft>
              <a:defRPr>
                <a:solidFill>
                  <a:schemeClr val="tx1"/>
                </a:solidFill>
                <a:latin typeface="Arial" panose="020B0604020202020204" pitchFamily="34" charset="0"/>
              </a:defRPr>
            </a:lvl6pPr>
            <a:lvl7pPr marL="2743200" eaLnBrk="0" fontAlgn="base">
              <a:spcBef>
                <a:spcPct val="0"/>
              </a:spcBef>
              <a:spcAft>
                <a:spcPct val="0"/>
              </a:spcAft>
              <a:defRPr>
                <a:solidFill>
                  <a:schemeClr val="tx1"/>
                </a:solidFill>
                <a:latin typeface="Arial" panose="020B0604020202020204" pitchFamily="34" charset="0"/>
              </a:defRPr>
            </a:lvl7pPr>
            <a:lvl8pPr marL="3200400" eaLnBrk="0" fontAlgn="base">
              <a:spcBef>
                <a:spcPct val="0"/>
              </a:spcBef>
              <a:spcAft>
                <a:spcPct val="0"/>
              </a:spcAft>
              <a:defRPr>
                <a:solidFill>
                  <a:schemeClr val="tx1"/>
                </a:solidFill>
                <a:latin typeface="Arial" panose="020B0604020202020204" pitchFamily="34" charset="0"/>
              </a:defRPr>
            </a:lvl8pPr>
            <a:lvl9pPr marL="3657600"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 name="Title 2">
            <a:extLst>
              <a:ext uri="{FF2B5EF4-FFF2-40B4-BE49-F238E27FC236}">
                <a16:creationId xmlns:a16="http://schemas.microsoft.com/office/drawing/2014/main" id="{BEFB8217-129D-D95A-BB32-442DB9B98EF6}"/>
              </a:ext>
            </a:extLst>
          </p:cNvPr>
          <p:cNvSpPr txBox="1">
            <a:spLocks/>
          </p:cNvSpPr>
          <p:nvPr/>
        </p:nvSpPr>
        <p:spPr>
          <a:xfrm>
            <a:off x="359999" y="518044"/>
            <a:ext cx="9000000" cy="900000"/>
          </a:xfrm>
          <a:prstGeom prst="rect">
            <a:avLst/>
          </a:prstGeom>
        </p:spPr>
        <p:txBody>
          <a:bodyPr/>
          <a:lstStyle>
            <a:lvl1pPr marL="0" marR="0" indent="0" algn="l" defTabSz="457200" rtl="0" eaLnBrk="1" latinLnBrk="0" hangingPunct="1">
              <a:lnSpc>
                <a:spcPts val="3000"/>
              </a:lnSpc>
              <a:spcBef>
                <a:spcPts val="0"/>
              </a:spcBef>
              <a:spcAft>
                <a:spcPts val="0"/>
              </a:spcAft>
              <a:buClrTx/>
              <a:buSzTx/>
              <a:buFontTx/>
              <a:buNone/>
              <a:tabLst/>
              <a:defRPr sz="3000" b="1" i="0" u="none" strike="noStrike" cap="none" spc="-150" baseline="0">
                <a:solidFill>
                  <a:schemeClr val="bg1"/>
                </a:solidFill>
                <a:uFillTx/>
                <a:latin typeface="Arial"/>
                <a:ea typeface="Arial"/>
                <a:cs typeface="Arial"/>
                <a:sym typeface="Arial"/>
              </a:defRPr>
            </a:lvl1pPr>
            <a:lvl2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2pPr>
            <a:lvl3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3pPr>
            <a:lvl4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4pPr>
            <a:lvl5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5pPr>
            <a:lvl6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6pPr>
            <a:lvl7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7pPr>
            <a:lvl8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8pPr>
            <a:lvl9pPr marL="0" marR="0" indent="0" algn="l" defTabSz="457200" rtl="0" eaLnBrk="1" latinLnBrk="0" hangingPunct="1">
              <a:lnSpc>
                <a:spcPts val="2200"/>
              </a:lnSpc>
              <a:spcBef>
                <a:spcPts val="2200"/>
              </a:spcBef>
              <a:spcAft>
                <a:spcPts val="0"/>
              </a:spcAft>
              <a:buClrTx/>
              <a:buSzTx/>
              <a:buFontTx/>
              <a:buNone/>
              <a:tabLst/>
              <a:defRPr sz="1900" b="1" i="0" u="none" strike="noStrike" cap="none" spc="-33" baseline="0">
                <a:solidFill>
                  <a:srgbClr val="000000"/>
                </a:solidFill>
                <a:uFillTx/>
                <a:latin typeface="Arial"/>
                <a:ea typeface="Arial"/>
                <a:cs typeface="Arial"/>
                <a:sym typeface="Arial"/>
              </a:defRPr>
            </a:lvl9pPr>
          </a:lstStyle>
          <a:p>
            <a:pPr algn="l"/>
            <a:r>
              <a:rPr sz="2400" b="1">
                <a:latin typeface="Segoe UI"/>
              </a:rPr>
              <a:t>Three demo scenarios</a:t>
            </a:r>
            <a:endParaRPr lang="en-MT" dirty="0"/>
          </a:p>
        </p:txBody>
      </p:sp>
      <p:sp>
        <p:nvSpPr>
          <p:cNvPr id="6" name="Content Placeholder 32">
            <a:extLst>
              <a:ext uri="{FF2B5EF4-FFF2-40B4-BE49-F238E27FC236}">
                <a16:creationId xmlns:a16="http://schemas.microsoft.com/office/drawing/2014/main" id="{923C445F-3F02-3F28-536A-78F2019EEC9B}"/>
              </a:ext>
            </a:extLst>
          </p:cNvPr>
          <p:cNvSpPr txBox="1">
            <a:spLocks/>
          </p:cNvSpPr>
          <p:nvPr/>
        </p:nvSpPr>
        <p:spPr>
          <a:xfrm>
            <a:off x="359999" y="1506260"/>
            <a:ext cx="11459302" cy="4426764"/>
          </a:xfrm>
          <a:prstGeom prst="rect">
            <a:avLst/>
          </a:prstGeom>
        </p:spPr>
        <p:txBody>
          <a:bodyPr/>
          <a:lstStyle>
            <a:defPPr>
              <a:defRPr lang="en-US"/>
            </a:defPPr>
            <a:lvl1pPr marL="0" indent="0" algn="l" defTabSz="457200" rtl="0" eaLnBrk="1" latinLnBrk="0" hangingPunct="1">
              <a:spcBef>
                <a:spcPts val="1000"/>
              </a:spcBef>
              <a:buFont typeface="Arial"/>
              <a:buNone/>
              <a:defRPr sz="2000" kern="1200">
                <a:solidFill>
                  <a:schemeClr val="tx1"/>
                </a:solidFill>
                <a:latin typeface="Arial"/>
                <a:ea typeface="+mn-ea"/>
                <a:cs typeface="Arial"/>
              </a:defRPr>
            </a:lvl1pPr>
            <a:lvl2pPr marL="174625" indent="-174625" algn="l" defTabSz="457200" rtl="0" eaLnBrk="1" latinLnBrk="0" hangingPunct="1">
              <a:spcBef>
                <a:spcPts val="500"/>
              </a:spcBef>
              <a:buClr>
                <a:schemeClr val="accent1"/>
              </a:buClr>
              <a:buFont typeface="Arial"/>
              <a:buChar char="•"/>
              <a:defRPr sz="2000" kern="1200">
                <a:solidFill>
                  <a:schemeClr val="tx1"/>
                </a:solidFill>
                <a:latin typeface="Arial"/>
                <a:ea typeface="+mn-ea"/>
                <a:cs typeface="Arial"/>
              </a:defRPr>
            </a:lvl2pPr>
            <a:lvl3pPr marL="339725" indent="-165100" algn="l" defTabSz="457200" rtl="0" eaLnBrk="1" latinLnBrk="0" hangingPunct="1">
              <a:spcBef>
                <a:spcPts val="300"/>
              </a:spcBef>
              <a:buClr>
                <a:schemeClr val="accent1"/>
              </a:buClr>
              <a:buFont typeface="Lucida Grande"/>
              <a:buChar char="-"/>
              <a:defRPr sz="2000" kern="1200">
                <a:solidFill>
                  <a:schemeClr val="tx1"/>
                </a:solidFill>
                <a:latin typeface="Arial"/>
                <a:ea typeface="+mn-ea"/>
                <a:cs typeface="Arial"/>
              </a:defRPr>
            </a:lvl3pPr>
            <a:lvl4pPr marL="512763" indent="-173038" algn="l" defTabSz="457200" rtl="0" eaLnBrk="1" latinLnBrk="0" hangingPunct="1">
              <a:spcBef>
                <a:spcPts val="200"/>
              </a:spcBef>
              <a:buClr>
                <a:schemeClr val="accent1"/>
              </a:buClr>
              <a:buFont typeface="Arial"/>
              <a:buChar char="•"/>
              <a:defRPr sz="2000" kern="1200">
                <a:solidFill>
                  <a:schemeClr val="tx1"/>
                </a:solidFill>
                <a:latin typeface="Arial"/>
                <a:ea typeface="+mn-ea"/>
                <a:cs typeface="Arial"/>
              </a:defRPr>
            </a:lvl4pPr>
            <a:lvl5pPr marL="687388" indent="-174625" algn="l" defTabSz="457200" rtl="0" eaLnBrk="1" latinLnBrk="0" hangingPunct="1">
              <a:spcBef>
                <a:spcPts val="100"/>
              </a:spcBef>
              <a:buClr>
                <a:schemeClr val="accent1"/>
              </a:buClr>
              <a:buFont typeface="Lucida Grande"/>
              <a:buChar char="-"/>
              <a:defRPr sz="20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sz="1200" b="0">
                <a:latin typeface="Segoe UI"/>
              </a:rPr>
              <a:t>Live test results — v1.3.12, Jun 22 2026 (all channels verified):</a:t>
            </a:r>
          </a:p>
          <a:p>
            <a:pPr algn="l"/>
            <a:r>
              <a:rPr sz="1200" b="0">
                <a:latin typeface="Segoe UI"/>
              </a:rPr>
              <a:t>  TEST-001: GlobalTech $120k/18% -&gt; Agent: Approve (within policy)</a:t>
            </a:r>
          </a:p>
          <a:p>
            <a:pPr algn="l"/>
            <a:r>
              <a:rPr sz="1200" b="0">
                <a:latin typeface="Segoe UI"/>
              </a:rPr>
              <a:t>  TEST-002: MegaCorp $350k/32%   -&gt; Agent: Approve with conditions (escalation)</a:t>
            </a:r>
          </a:p>
          <a:p>
            <a:pPr algn="l"/>
            <a:r>
              <a:rPr sz="1200" b="0">
                <a:latin typeface="Segoe UI"/>
              </a:rPr>
              <a:t>  TEST-003: StartupXYZ $28k/45%  -&gt; Agent: Reject (margin impact too high)</a:t>
            </a:r>
          </a:p>
          <a:p>
            <a:pPr algn="l"/>
            <a:r>
              <a:rPr sz="1200" b="0">
                <a:latin typeface="Segoe UI"/>
              </a:rPr>
              <a:t>  TEST-004: Pharma $780k/22%     -&gt; Agent: Approve (enterprise, Finance pre-approved)</a:t>
            </a:r>
          </a:p>
          <a:p>
            <a:pPr algn="l"/>
            <a:r>
              <a:rPr sz="1200" b="0">
                <a:latin typeface="Segoe UI"/>
              </a:rPr>
              <a:t>  Outlook Adaptive Card RECEIVED  |  Slack DM RECEIVED  |  Action Center WORKING</a:t>
            </a:r>
          </a:p>
          <a:p>
            <a:pPr algn="l"/>
          </a:p>
          <a:p>
            <a:pPr algn="l"/>
            <a:r>
              <a:rPr sz="1200" b="0">
                <a:latin typeface="Segoe UI"/>
              </a:rPr>
              <a:t>Scenario 1 — Auto-approve  (4% / $30k)</a:t>
            </a:r>
          </a:p>
          <a:p>
            <a:pPr algn="l"/>
            <a:r>
              <a:rPr sz="1200" b="0">
                <a:latin typeface="Segoe UI"/>
              </a:rPr>
              <a:t>  Disposition: auto_approve. AE notified instantly. Zero human touches.</a:t>
            </a:r>
          </a:p>
          <a:p>
            <a:pPr algn="l"/>
          </a:p>
          <a:p>
            <a:pPr algn="l"/>
            <a:r>
              <a:rPr sz="1200" b="0">
                <a:latin typeface="Segoe UI"/>
              </a:rPr>
              <a:t>Scenario 2 — One approver  (8% / $40k)</a:t>
            </a:r>
          </a:p>
          <a:p>
            <a:pPr algn="l"/>
            <a:r>
              <a:rPr sz="1200" b="0">
                <a:latin typeface="Segoe UI"/>
              </a:rPr>
              <a:t>  Robot sends Adaptive Card + Slack to Maya Stone (Manager).</a:t>
            </a:r>
          </a:p>
          <a:p>
            <a:pPr algn="l"/>
            <a:r>
              <a:rPr sz="1200" b="0">
                <a:latin typeface="Segoe UI"/>
              </a:rPr>
              <a:t>  Maya approves via Outlook card. AE gets Slack DM + Outlook summary.</a:t>
            </a:r>
          </a:p>
          <a:p>
            <a:pPr algn="l"/>
          </a:p>
          <a:p>
            <a:pPr algn="l"/>
            <a:r>
              <a:rPr sz="1200" b="0">
                <a:latin typeface="Segoe UI"/>
              </a:rPr>
              <a:t>Scenario 3 — Full chain  (30% / $1.2M)</a:t>
            </a:r>
          </a:p>
          <a:p>
            <a:pPr algn="l"/>
            <a:r>
              <a:rPr sz="1200" b="0">
                <a:latin typeface="Segoe UI"/>
              </a:rPr>
              <a:t>  Four sequential approvers. Each gets Adaptive Card + Slack.</a:t>
            </a:r>
          </a:p>
          <a:p>
            <a:pPr algn="l"/>
            <a:r>
              <a:rPr sz="1200" b="0">
                <a:latin typeface="Segoe UI"/>
              </a:rPr>
              <a:t>  Rejection at any step short-circuits. Full Data Fabric audit trail.</a:t>
            </a:r>
          </a:p>
        </p:txBody>
      </p:sp>
    </p:spTree>
    <p:extLst>
      <p:ext uri="{BB962C8B-B14F-4D97-AF65-F5344CB8AC3E}">
        <p14:creationId xmlns:p14="http://schemas.microsoft.com/office/powerpoint/2010/main" val="1891173096"/>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158FD-BD27-6FA8-1273-E9EC258BED56}"/>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2E1806CF-B883-489C-2357-0C8CD1471272}"/>
              </a:ext>
            </a:extLst>
          </p:cNvPr>
          <p:cNvSpPr>
            <a:spLocks noGrp="1"/>
          </p:cNvSpPr>
          <p:nvPr>
            <p:ph type="title"/>
          </p:nvPr>
        </p:nvSpPr>
        <p:spPr/>
        <p:txBody>
          <a:bodyPr/>
          <a:lstStyle/>
          <a:p>
            <a:pPr algn="l"/>
            <a:r>
              <a:rPr sz="2400" b="1">
                <a:latin typeface="Segoe UI"/>
              </a:rPr>
              <a:t>Every Deal Desk should work like this.</a:t>
            </a:r>
          </a:p>
          <a:p>
            <a:pPr algn="l"/>
            <a:r>
              <a:rPr sz="2400" b="0">
                <a:latin typeface="Segoe UI"/>
              </a:rPr>
              <a:t>Collect. Reason. Route. Sign-off. Audit. Automatically.</a:t>
            </a:r>
          </a:p>
          <a:p>
            <a:pPr algn="l"/>
          </a:p>
          <a:p>
            <a:pPr algn="l"/>
            <a:r>
              <a:rPr sz="2400" b="0">
                <a:latin typeface="Segoe UI"/>
              </a:rPr>
              <a:t>Track 2: Maestro BPMN  |  Coding-agent bonus  |  Runs on Automation Cloud</a:t>
            </a:r>
          </a:p>
        </p:txBody>
      </p:sp>
    </p:spTree>
    <p:extLst>
      <p:ext uri="{BB962C8B-B14F-4D97-AF65-F5344CB8AC3E}">
        <p14:creationId xmlns:p14="http://schemas.microsoft.com/office/powerpoint/2010/main" val="62120523"/>
      </p:ext>
    </p:extLst>
  </p:cSld>
  <p:clrMapOvr>
    <a:masterClrMapping/>
  </p:clrMapOvr>
  <p:transition spd="med"/>
</p:sld>
</file>

<file path=ppt/theme/theme1.xml><?xml version="1.0" encoding="utf-8"?>
<a:theme xmlns:a="http://schemas.openxmlformats.org/drawingml/2006/main" name="Primary Presentation Layouts">
  <a:themeElements>
    <a:clrScheme name="UiPath colors">
      <a:dk1>
        <a:srgbClr val="172024"/>
      </a:dk1>
      <a:lt1>
        <a:srgbClr val="FFFFFF"/>
      </a:lt1>
      <a:dk2>
        <a:srgbClr val="9D9D9D"/>
      </a:dk2>
      <a:lt2>
        <a:srgbClr val="F6F6F6"/>
      </a:lt2>
      <a:accent1>
        <a:srgbClr val="FA4616"/>
      </a:accent1>
      <a:accent2>
        <a:srgbClr val="1E6482"/>
      </a:accent2>
      <a:accent3>
        <a:srgbClr val="A32200"/>
      </a:accent3>
      <a:accent4>
        <a:srgbClr val="0BA2B3"/>
      </a:accent4>
      <a:accent5>
        <a:srgbClr val="8B288A"/>
      </a:accent5>
      <a:accent6>
        <a:srgbClr val="FA7678"/>
      </a:accent6>
      <a:hlink>
        <a:srgbClr val="5BCBDE"/>
      </a:hlink>
      <a:folHlink>
        <a:srgbClr val="5BCBDE"/>
      </a:folHlink>
    </a:clrScheme>
    <a:fontScheme name="Primary Presentation Layouts">
      <a:majorFont>
        <a:latin typeface="Calibri"/>
        <a:ea typeface="Calibri"/>
        <a:cs typeface="Calibri"/>
      </a:majorFont>
      <a:minorFont>
        <a:latin typeface="Calibri"/>
        <a:ea typeface="Calibri"/>
        <a:cs typeface="Calibri"/>
      </a:minorFont>
    </a:fontScheme>
    <a:fmtScheme name="Primary Presentation Layout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hueOff val="1057894"/>
            <a:satOff val="4889"/>
            <a:lumOff val="-33725"/>
          </a:schemeClr>
        </a:solidFill>
        <a:ln w="12700" cap="flat">
          <a:noFill/>
          <a:miter lim="400000"/>
        </a:ln>
        <a:effectLst/>
        <a:sp3d/>
      </a:spPr>
      <a:bodyPr rot="0" spcFirstLastPara="1" vertOverflow="overflow" horzOverflow="overflow" vert="horz" wrap="square" lIns="91439" tIns="91439" rIns="91439" bIns="91439" numCol="1" spcCol="38100" rtlCol="0" anchor="ctr">
        <a:spAutoFit/>
      </a:bodyPr>
      <a:lstStyle>
        <a:defPPr marL="0" marR="0" indent="0" algn="ctr" defTabSz="457200" rtl="0" fontAlgn="auto" latinLnBrk="0" hangingPunct="0">
          <a:lnSpc>
            <a:spcPct val="100000"/>
          </a:lnSpc>
          <a:spcBef>
            <a:spcPts val="0"/>
          </a:spcBef>
          <a:spcAft>
            <a:spcPts val="0"/>
          </a:spcAft>
          <a:buClrTx/>
          <a:buSzTx/>
          <a:buFontTx/>
          <a:buNone/>
          <a:tabLst/>
          <a:defRPr kumimoji="0" sz="2800" b="1" i="0" u="none" strike="noStrike" cap="none" spc="0" normalizeH="0" baseline="0">
            <a:ln>
              <a:noFill/>
            </a:ln>
            <a:solidFill>
              <a:schemeClr val="accent3">
                <a:hueOff val="-3600000"/>
                <a:lumOff val="3392"/>
              </a:schemeClr>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9525" cap="flat">
          <a:solidFill>
            <a:srgbClr val="A32200"/>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91439" tIns="91439" rIns="91439" bIns="91439" numCol="1" spcCol="38100" rtlCol="0" anchor="t">
        <a:spAutoFit/>
      </a:bodyPr>
      <a:lstStyle>
        <a:defPPr marL="0" marR="0" indent="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1" id="{E0D1C449-7FB6-E94B-836A-309631D964BC}" vid="{36C921A7-E0A5-4546-8255-4EC35B91BE8A}"/>
    </a:ext>
  </a:extLst>
</a:theme>
</file>

<file path=ppt/theme/theme2.xml><?xml version="1.0" encoding="utf-8"?>
<a:theme xmlns:a="http://schemas.openxmlformats.org/drawingml/2006/main" name="Primary Presentation Layouts">
  <a:themeElements>
    <a:clrScheme name="Primary Presentation Layouts">
      <a:dk1>
        <a:srgbClr val="000000"/>
      </a:dk1>
      <a:lt1>
        <a:srgbClr val="FFFFFF"/>
      </a:lt1>
      <a:dk2>
        <a:srgbClr val="9D9D9D"/>
      </a:dk2>
      <a:lt2>
        <a:srgbClr val="A32200"/>
      </a:lt2>
      <a:accent1>
        <a:srgbClr val="FCC0C5"/>
      </a:accent1>
      <a:accent2>
        <a:srgbClr val="5BCBDE"/>
      </a:accent2>
      <a:accent3>
        <a:srgbClr val="F6F6F6"/>
      </a:accent3>
      <a:accent4>
        <a:srgbClr val="434648"/>
      </a:accent4>
      <a:accent5>
        <a:srgbClr val="FFCBFF"/>
      </a:accent5>
      <a:accent6>
        <a:srgbClr val="1168CD"/>
      </a:accent6>
      <a:hlink>
        <a:srgbClr val="0000FF"/>
      </a:hlink>
      <a:folHlink>
        <a:srgbClr val="FF00FF"/>
      </a:folHlink>
    </a:clrScheme>
    <a:fontScheme name="Primary Presentation Layouts">
      <a:majorFont>
        <a:latin typeface="Calibri"/>
        <a:ea typeface="Calibri"/>
        <a:cs typeface="Calibri"/>
      </a:majorFont>
      <a:minorFont>
        <a:latin typeface="Calibri"/>
        <a:ea typeface="Calibri"/>
        <a:cs typeface="Calibri"/>
      </a:minorFont>
    </a:fontScheme>
    <a:fmtScheme name="Primary Presentation Layout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hueOff val="1057894"/>
            <a:satOff val="4889"/>
            <a:lumOff val="-33725"/>
          </a:schemeClr>
        </a:solidFill>
        <a:ln w="12700" cap="flat">
          <a:noFill/>
          <a:miter lim="400000"/>
        </a:ln>
        <a:effectLst/>
        <a:sp3d/>
      </a:spPr>
      <a:bodyPr rot="0" spcFirstLastPara="1" vertOverflow="overflow" horzOverflow="overflow" vert="horz" wrap="square" lIns="91439" tIns="91439" rIns="91439" bIns="91439" numCol="1" spcCol="38100" rtlCol="0" anchor="ctr">
        <a:spAutoFit/>
      </a:bodyPr>
      <a:lstStyle>
        <a:defPPr marL="0" marR="0" indent="0" algn="ctr" defTabSz="457200" rtl="0" fontAlgn="auto" latinLnBrk="0" hangingPunct="0">
          <a:lnSpc>
            <a:spcPct val="100000"/>
          </a:lnSpc>
          <a:spcBef>
            <a:spcPts val="0"/>
          </a:spcBef>
          <a:spcAft>
            <a:spcPts val="0"/>
          </a:spcAft>
          <a:buClrTx/>
          <a:buSzTx/>
          <a:buFontTx/>
          <a:buNone/>
          <a:tabLst/>
          <a:defRPr kumimoji="0" sz="2800" b="1" i="0" u="none" strike="noStrike" cap="none" spc="0" normalizeH="0" baseline="0">
            <a:ln>
              <a:noFill/>
            </a:ln>
            <a:solidFill>
              <a:schemeClr val="accent3">
                <a:hueOff val="-3600000"/>
                <a:lumOff val="3392"/>
              </a:schemeClr>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9525" cap="flat">
          <a:solidFill>
            <a:srgbClr val="A32200"/>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91439" tIns="91439" rIns="91439" bIns="91439" numCol="1" spcCol="38100" rtlCol="0" anchor="t">
        <a:spAutoFit/>
      </a:bodyPr>
      <a:lstStyle>
        <a:defPPr marL="0" marR="0" indent="0" algn="l" defTabSz="457200" rtl="0" fontAlgn="auto" latinLnBrk="0" hangingPunct="0">
          <a:lnSpc>
            <a:spcPts val="2200"/>
          </a:lnSpc>
          <a:spcBef>
            <a:spcPts val="0"/>
          </a:spcBef>
          <a:spcAft>
            <a:spcPts val="0"/>
          </a:spcAft>
          <a:buClrTx/>
          <a:buSzTx/>
          <a:buFontTx/>
          <a:buNone/>
          <a:tabLst/>
          <a:defRPr kumimoji="0" sz="1900" b="1" i="0" u="none" strike="noStrike" cap="none" spc="0" normalizeH="0" baseline="0">
            <a:ln>
              <a:noFill/>
            </a:ln>
            <a:solidFill>
              <a:schemeClr val="accent1">
                <a:hueOff val="1057894"/>
                <a:satOff val="4889"/>
                <a:lumOff val="-33725"/>
              </a:schemeClr>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586BB0CA657274B8C976C7E0436D499" ma:contentTypeVersion="22" ma:contentTypeDescription="Create a new document." ma:contentTypeScope="" ma:versionID="089dd435892c48914cdcc61cad93c74c">
  <xsd:schema xmlns:xsd="http://www.w3.org/2001/XMLSchema" xmlns:xs="http://www.w3.org/2001/XMLSchema" xmlns:p="http://schemas.microsoft.com/office/2006/metadata/properties" xmlns:ns1="http://schemas.microsoft.com/sharepoint/v3" xmlns:ns2="5480af4b-b6c5-4b62-abbf-9db793521990" xmlns:ns3="f5f250e4-2cf5-4e3d-922a-2a876ee07fc4" targetNamespace="http://schemas.microsoft.com/office/2006/metadata/properties" ma:root="true" ma:fieldsID="ab69233260927e1bd6ddfe9e60c5ce62" ns1:_="" ns2:_="" ns3:_="">
    <xsd:import namespace="http://schemas.microsoft.com/sharepoint/v3"/>
    <xsd:import namespace="5480af4b-b6c5-4b62-abbf-9db793521990"/>
    <xsd:import namespace="f5f250e4-2cf5-4e3d-922a-2a876ee07fc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2:MediaServiceDateTaken" minOccurs="0"/>
                <xsd:element ref="ns2:MediaServiceLocation" minOccurs="0"/>
                <xsd:element ref="ns2:MediaLengthInSeconds" minOccurs="0"/>
                <xsd:element ref="ns2:lcf76f155ced4ddcb4097134ff3c332f" minOccurs="0"/>
                <xsd:element ref="ns3:TaxCatchAll" minOccurs="0"/>
                <xsd:element ref="ns2:July" minOccurs="0"/>
                <xsd:element ref="ns2:MediaServiceSearchProperties" minOccurs="0"/>
                <xsd:element ref="ns2:MediaServiceObjectDetectorVersion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8" nillable="true" ma:displayName="Unified Compliance Policy Properties" ma:hidden="true" ma:internalName="_ip_UnifiedCompliancePolicyProperties">
      <xsd:simpleType>
        <xsd:restriction base="dms:Note"/>
      </xsd:simpleType>
    </xsd:element>
    <xsd:element name="_ip_UnifiedCompliancePolicyUIAction" ma:index="2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480af4b-b6c5-4b62-abbf-9db79352199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4aa64814-f827-41fa-8057-0fb5da987058" ma:termSetId="09814cd3-568e-fe90-9814-8d621ff8fb84" ma:anchorId="fba54fb3-c3e1-fe81-a776-ca4b69148c4d" ma:open="true" ma:isKeyword="false">
      <xsd:complexType>
        <xsd:sequence>
          <xsd:element ref="pc:Terms" minOccurs="0" maxOccurs="1"/>
        </xsd:sequence>
      </xsd:complexType>
    </xsd:element>
    <xsd:element name="July" ma:index="24" nillable="true" ma:displayName="July" ma:default="2023-01-31T00:00:00Z" ma:format="DateOnly" ma:internalName="July">
      <xsd:simpleType>
        <xsd:restriction base="dms:DateTime"/>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5f250e4-2cf5-4e3d-922a-2a876ee07fc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0aa707c-1209-4a5e-baba-bf9dbd791563}" ma:internalName="TaxCatchAll" ma:showField="CatchAllData" ma:web="f5f250e4-2cf5-4e3d-922a-2a876ee07fc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480af4b-b6c5-4b62-abbf-9db793521990">
      <Terms xmlns="http://schemas.microsoft.com/office/infopath/2007/PartnerControls"/>
    </lcf76f155ced4ddcb4097134ff3c332f>
    <TaxCatchAll xmlns="f5f250e4-2cf5-4e3d-922a-2a876ee07fc4" xsi:nil="true"/>
    <July xmlns="5480af4b-b6c5-4b62-abbf-9db793521990">2023-01-31T00:00:00+00:00</July>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A833EDC0-866E-4DC3-8CC5-83B041C91F15}">
  <ds:schemaRefs>
    <ds:schemaRef ds:uri="http://schemas.microsoft.com/sharepoint/v3/contenttype/forms"/>
  </ds:schemaRefs>
</ds:datastoreItem>
</file>

<file path=customXml/itemProps2.xml><?xml version="1.0" encoding="utf-8"?>
<ds:datastoreItem xmlns:ds="http://schemas.openxmlformats.org/officeDocument/2006/customXml" ds:itemID="{2080B887-0E6F-4A31-9619-EC346D26A7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480af4b-b6c5-4b62-abbf-9db793521990"/>
    <ds:schemaRef ds:uri="f5f250e4-2cf5-4e3d-922a-2a876ee07fc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6114350-ED84-4028-A932-6660292FDA82}">
  <ds:schemaRefs>
    <ds:schemaRef ds:uri="http://purl.org/dc/terms/"/>
    <ds:schemaRef ds:uri="f5f250e4-2cf5-4e3d-922a-2a876ee07fc4"/>
    <ds:schemaRef ds:uri="http://schemas.microsoft.com/office/infopath/2007/PartnerControls"/>
    <ds:schemaRef ds:uri="http://purl.org/dc/dcmitype/"/>
    <ds:schemaRef ds:uri="http://schemas.microsoft.com/office/2006/documentManagement/types"/>
    <ds:schemaRef ds:uri="http://www.w3.org/XML/1998/namespace"/>
    <ds:schemaRef ds:uri="http://schemas.openxmlformats.org/package/2006/metadata/core-properties"/>
    <ds:schemaRef ds:uri="http://purl.org/dc/elements/1.1/"/>
    <ds:schemaRef ds:uri="http://schemas.microsoft.com/sharepoint/v3"/>
    <ds:schemaRef ds:uri="5480af4b-b6c5-4b62-abbf-9db793521990"/>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UiP001 Master PPT Refresh 20250502 1</Template>
  <TotalTime>9</TotalTime>
  <Words>251</Words>
  <Application>Microsoft Office PowerPoint</Application>
  <PresentationFormat>Custom</PresentationFormat>
  <Paragraphs>46</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Primary Presentation Layouts</vt:lpstr>
      <vt:lpstr>Presentation title goes here in maximum 2 lines.</vt:lpstr>
      <vt:lpstr>PowerPoint Presentation</vt:lpstr>
      <vt:lpstr>Problem statement and proposed solution</vt:lpstr>
      <vt:lpstr>PowerPoint Presentation</vt:lpstr>
      <vt:lpstr>PowerPoint Presentation</vt:lpstr>
      <vt:lpstr>PowerPoint Presentation</vt:lpstr>
      <vt:lpstr>Closing message goes here.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Andreea Tomescu</dc:creator>
  <cp:keywords/>
  <dc:description/>
  <cp:lastModifiedBy>Ana-Maria Bulhac</cp:lastModifiedBy>
  <cp:revision>2</cp:revision>
  <dcterms:created xsi:type="dcterms:W3CDTF">2025-06-06T15:41:05Z</dcterms:created>
  <dcterms:modified xsi:type="dcterms:W3CDTF">2026-05-14T18:01:11Z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0x0101006586BB0CA657274B8C976C7E0436D499</vt:lpwstr>
  </property>
  <property fmtid="{D5CDD505-2E9C-101B-9397-08002B2CF9AE}" pid="3" name="MediaServiceImageTags">
    <vt:lpwstr/>
  </property>
</Properties>
</file>
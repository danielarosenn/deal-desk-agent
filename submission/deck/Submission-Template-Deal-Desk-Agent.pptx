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12"/>
  </p:notesMasterIdLst>
  <p:handoutMasterIdLst>
    <p:handoutMasterId r:id="rId13"/>
  </p:handoutMasterIdLst>
  <p:sldIdLst>
    <p:sldId id="337" r:id="rId5"/>
    <p:sldId id="354" r:id="rId6"/>
    <p:sldId id="342" r:id="rId7"/>
    <p:sldId id="372" r:id="rId8"/>
    <p:sldId id="374" r:id="rId9"/>
    <p:sldId id="375" r:id="rId10"/>
    <p:sldId id="370" r:id="rId11"/>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1pPr>
    <a:lvl2pPr marL="0" marR="0" indent="457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2pPr>
    <a:lvl3pPr marL="0" marR="0" indent="914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3pPr>
    <a:lvl4pPr marL="0" marR="0" indent="1371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4pPr>
    <a:lvl5pPr marL="0" marR="0" indent="18288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5pPr>
    <a:lvl6pPr marL="0" marR="0" indent="22860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6pPr>
    <a:lvl7pPr marL="0" marR="0" indent="2743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7pPr>
    <a:lvl8pPr marL="0" marR="0" indent="3200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8pPr>
    <a:lvl9pPr marL="0" marR="0" indent="3657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9pPr>
  </p:defaultTextStyle>
  <p:extLst>
    <p:ext uri="{521415D9-36F7-43E2-AB2F-B90AF26B5E84}">
      <p14:sectionLst xmlns:p14="http://schemas.microsoft.com/office/powerpoint/2010/main">
        <p14:section name="Default Section" id="{6C324C1D-D0BD-8043-9069-CA71A62BB3BD}">
          <p14:sldIdLst>
            <p14:sldId id="337"/>
            <p14:sldId id="354"/>
            <p14:sldId id="342"/>
            <p14:sldId id="372"/>
            <p14:sldId id="374"/>
            <p14:sldId id="375"/>
            <p14:sldId id="3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A2B3"/>
    <a:srgbClr val="C861C8"/>
    <a:srgbClr val="303434"/>
    <a:srgbClr val="434548"/>
    <a:srgbClr val="616161"/>
    <a:srgbClr val="B9B9B9"/>
    <a:srgbClr val="DADADA"/>
    <a:srgbClr val="F7F7F7"/>
    <a:srgbClr val="721372"/>
    <a:srgbClr val="FFC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A8FB54-9E15-1B4E-8570-EA08DE6115C5}" v="13" dt="2026-05-14T16:55:49.76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chemeClr val="accent4">
          <a:hueOff val="-839560"/>
          <a:satOff val="19935"/>
          <a:lumOff val="-15534"/>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DCECA"/>
          </a:solidFill>
        </a:fill>
      </a:tcStyle>
    </a:wholeTbl>
    <a:band2H>
      <a:tcTxStyle/>
      <a:tcStyle>
        <a:tcBdr/>
        <a:fill>
          <a:solidFill>
            <a:srgbClr val="FEE8E7"/>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00000"/>
              </a:solidFill>
              <a:prstDash val="solid"/>
              <a:round/>
            </a:ln>
          </a:left>
          <a:right>
            <a:ln w="9525" cap="flat">
              <a:solidFill>
                <a:srgbClr val="000000"/>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C65CD"/>
              </a:solidFill>
              <a:prstDash val="solid"/>
              <a:round/>
            </a:ln>
          </a:left>
          <a:right>
            <a:ln w="9525" cap="flat">
              <a:solidFill>
                <a:srgbClr val="0C65CD"/>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chemeClr val="accent6"/>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C65CD"/>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2CBD1"/>
          </a:solidFill>
        </a:fill>
      </a:tcStyle>
    </a:wholeTbl>
    <a:band2H>
      <a:tcTxStyle/>
      <a:tcStyle>
        <a:tcBdr/>
        <a:fill>
          <a:solidFill>
            <a:srgbClr val="F8E7E9"/>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CAD2ED"/>
          </a:solidFill>
        </a:fill>
      </a:tcStyle>
    </a:wholeTbl>
    <a:band2H>
      <a:tcTxStyle/>
      <a:tcStyle>
        <a:tcBdr/>
        <a:fill>
          <a:solidFill>
            <a:srgbClr val="E6EAF6"/>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3">
              <a:hueOff val="-3600000"/>
              <a:lumOff val="3392"/>
            </a:schemeClr>
          </a:solid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30"/>
  </p:normalViewPr>
  <p:slideViewPr>
    <p:cSldViewPr snapToGrid="0">
      <p:cViewPr varScale="1">
        <p:scale>
          <a:sx n="113" d="100"/>
          <a:sy n="113" d="100"/>
        </p:scale>
        <p:origin x="808" y="176"/>
      </p:cViewPr>
      <p:guideLst/>
    </p:cSldViewPr>
  </p:slideViewPr>
  <p:notesTextViewPr>
    <p:cViewPr>
      <p:scale>
        <a:sx n="1" d="1"/>
        <a:sy n="1" d="1"/>
      </p:scale>
      <p:origin x="0" y="0"/>
    </p:cViewPr>
  </p:notesTextViewPr>
  <p:sorterViewPr>
    <p:cViewPr>
      <p:scale>
        <a:sx n="100" d="100"/>
        <a:sy n="100" d="100"/>
      </p:scale>
      <p:origin x="0" y="-7698"/>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6FAA0A-FC1C-16A3-947D-27CA299F0CC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T"/>
          </a:p>
        </p:txBody>
      </p:sp>
      <p:sp>
        <p:nvSpPr>
          <p:cNvPr id="3" name="Date Placeholder 2">
            <a:extLst>
              <a:ext uri="{FF2B5EF4-FFF2-40B4-BE49-F238E27FC236}">
                <a16:creationId xmlns:a16="http://schemas.microsoft.com/office/drawing/2014/main" id="{70307311-BDEC-D4A7-5DDC-01B587EB82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8BDA8-95A5-5741-9E04-1D392DE0C9D6}" type="datetimeFigureOut">
              <a:rPr lang="en-MT" smtClean="0"/>
              <a:t>05/14/2026</a:t>
            </a:fld>
            <a:endParaRPr lang="en-MT"/>
          </a:p>
        </p:txBody>
      </p:sp>
      <p:sp>
        <p:nvSpPr>
          <p:cNvPr id="4" name="Footer Placeholder 3">
            <a:extLst>
              <a:ext uri="{FF2B5EF4-FFF2-40B4-BE49-F238E27FC236}">
                <a16:creationId xmlns:a16="http://schemas.microsoft.com/office/drawing/2014/main" id="{E3FCE49B-559A-A90A-CAF1-B34EC18C78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MT"/>
          </a:p>
        </p:txBody>
      </p:sp>
      <p:sp>
        <p:nvSpPr>
          <p:cNvPr id="5" name="Slide Number Placeholder 4">
            <a:extLst>
              <a:ext uri="{FF2B5EF4-FFF2-40B4-BE49-F238E27FC236}">
                <a16:creationId xmlns:a16="http://schemas.microsoft.com/office/drawing/2014/main" id="{DE2AC87E-DA3E-6219-6F13-32E8211534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A4EB7B2-FA3B-F342-8F52-824AF5CBEE2B}" type="slidenum">
              <a:rPr lang="en-MT" smtClean="0"/>
              <a:t>‹#›</a:t>
            </a:fld>
            <a:endParaRPr lang="en-MT"/>
          </a:p>
        </p:txBody>
      </p:sp>
    </p:spTree>
    <p:extLst>
      <p:ext uri="{BB962C8B-B14F-4D97-AF65-F5344CB8AC3E}">
        <p14:creationId xmlns:p14="http://schemas.microsoft.com/office/powerpoint/2010/main" val="34386062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8" name="Shape 1338"/>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339" name="Shape 1339"/>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defRPr sz="1200" b="0" i="0">
        <a:latin typeface="Arial" panose="020B0604020202020204" pitchFamily="34" charset="0"/>
        <a:ea typeface="+mn-ea"/>
        <a:cs typeface="Arial" panose="020B0604020202020204" pitchFamily="34" charset="0"/>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3.emf"/><Relationship Id="rId4" Type="http://schemas.openxmlformats.org/officeDocument/2006/relationships/image" Target="../media/image4.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 Id="rId3" Type="http://schemas.openxmlformats.org/officeDocument/2006/relationships/image" Target="../media/image8.emf"/><Relationship Id="rId4"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emf"/><Relationship Id="rId3"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emf"/><Relationship Id="rId3" Type="http://schemas.openxmlformats.org/officeDocument/2006/relationships/image" Target="../media/image4.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14.png"/><Relationship Id="rId4"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A73C4D-E2FF-BC90-DBF6-09E2EA6F6D72}"/>
              </a:ext>
            </a:extLst>
          </p:cNvPr>
          <p:cNvPicPr>
            <a:picLocks noChangeAspect="1"/>
          </p:cNvPicPr>
          <p:nvPr userDrawn="1"/>
        </p:nvPicPr>
        <p:blipFill>
          <a:blip r:embed="rId2"/>
          <a:stretch>
            <a:fillRect/>
          </a:stretch>
        </p:blipFill>
        <p:spPr>
          <a:xfrm>
            <a:off x="10197670" y="5461000"/>
            <a:ext cx="1816100" cy="1206500"/>
          </a:xfrm>
          <a:prstGeom prst="rect">
            <a:avLst/>
          </a:prstGeom>
        </p:spPr>
      </p:pic>
      <p:pic>
        <p:nvPicPr>
          <p:cNvPr id="5" name="Picture 4">
            <a:extLst>
              <a:ext uri="{FF2B5EF4-FFF2-40B4-BE49-F238E27FC236}">
                <a16:creationId xmlns:a16="http://schemas.microsoft.com/office/drawing/2014/main" id="{6169F764-5DCA-C9B6-5696-0A62DF5AD932}"/>
              </a:ext>
            </a:extLst>
          </p:cNvPr>
          <p:cNvPicPr>
            <a:picLocks noChangeAspect="1"/>
          </p:cNvPicPr>
          <p:nvPr userDrawn="1"/>
        </p:nvPicPr>
        <p:blipFill>
          <a:blip r:embed="rId3"/>
          <a:stretch>
            <a:fillRect/>
          </a:stretch>
        </p:blipFill>
        <p:spPr>
          <a:xfrm>
            <a:off x="165529" y="190499"/>
            <a:ext cx="1816100" cy="1206500"/>
          </a:xfrm>
          <a:prstGeom prst="rect">
            <a:avLst/>
          </a:prstGeom>
        </p:spPr>
      </p:pic>
      <p:sp>
        <p:nvSpPr>
          <p:cNvPr id="16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163"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164" name="Presentation subtitle goes here."/>
          <p:cNvSpPr txBox="1">
            <a:spLocks noGrp="1"/>
          </p:cNvSpPr>
          <p:nvPr>
            <p:ph type="body" sz="quarter" idx="21" hasCustomPrompt="1"/>
          </p:nvPr>
        </p:nvSpPr>
        <p:spPr>
          <a:xfrm>
            <a:off x="640800" y="5850000"/>
            <a:ext cx="3818481" cy="630165"/>
          </a:xfrm>
          <a:prstGeom prst="rect">
            <a:avLst/>
          </a:prstGeom>
        </p:spPr>
        <p:txBody>
          <a:bodyPr lIns="0" tIns="0" rIns="0" bIns="0"/>
          <a:lstStyle>
            <a:lvl1pPr>
              <a:lnSpc>
                <a:spcPts val="1000"/>
              </a:lnSpc>
              <a:spcBef>
                <a:spcPts val="0"/>
              </a:spcBef>
              <a:tabLst>
                <a:tab pos="2222500" algn="l"/>
              </a:tabLst>
              <a:defRPr sz="700" spc="-25">
                <a:solidFill>
                  <a:srgbClr val="A32200"/>
                </a:solidFill>
              </a:defRPr>
            </a:lvl1pPr>
          </a:lstStyle>
          <a:p>
            <a:r>
              <a:rPr dirty="0"/>
              <a:t>Presentation subtitle goes here.</a:t>
            </a:r>
          </a:p>
        </p:txBody>
      </p:sp>
      <p:sp>
        <p:nvSpPr>
          <p:cNvPr id="166" name="Presentation subtitle goes here."/>
          <p:cNvSpPr txBox="1">
            <a:spLocks noGrp="1"/>
          </p:cNvSpPr>
          <p:nvPr>
            <p:ph type="body" sz="quarter" idx="23" hasCustomPrompt="1"/>
          </p:nvPr>
        </p:nvSpPr>
        <p:spPr>
          <a:xfrm>
            <a:off x="640800" y="4574120"/>
            <a:ext cx="8822225" cy="914427"/>
          </a:xfrm>
          <a:prstGeom prst="rect">
            <a:avLst/>
          </a:prstGeom>
        </p:spPr>
        <p:txBody>
          <a:bodyPr lIns="0" tIns="0" rIns="0" bIns="0"/>
          <a:lstStyle>
            <a:lvl1pPr>
              <a:lnSpc>
                <a:spcPts val="2000"/>
              </a:lnSpc>
              <a:spcBef>
                <a:spcPts val="0"/>
              </a:spcBef>
              <a:tabLst>
                <a:tab pos="2222500" algn="l"/>
              </a:tabLst>
              <a:defRPr sz="2000" spc="-71">
                <a:solidFill>
                  <a:schemeClr val="bg1"/>
                </a:solidFill>
              </a:defRPr>
            </a:lvl1pPr>
          </a:lstStyle>
          <a:p>
            <a:r>
              <a:rPr dirty="0"/>
              <a:t>Presentation subtitle goes here.</a:t>
            </a:r>
          </a:p>
        </p:txBody>
      </p:sp>
      <p:sp>
        <p:nvSpPr>
          <p:cNvPr id="10" name="Subtitle 2">
            <a:extLst>
              <a:ext uri="{FF2B5EF4-FFF2-40B4-BE49-F238E27FC236}">
                <a16:creationId xmlns:a16="http://schemas.microsoft.com/office/drawing/2014/main" id="{2F44458A-4D04-C6D0-24DA-103FE0768467}"/>
              </a:ext>
            </a:extLst>
          </p:cNvPr>
          <p:cNvSpPr>
            <a:spLocks noGrp="1"/>
          </p:cNvSpPr>
          <p:nvPr>
            <p:ph type="subTitle" idx="1" hasCustomPrompt="1"/>
          </p:nvPr>
        </p:nvSpPr>
        <p:spPr>
          <a:xfrm>
            <a:off x="644227" y="2845823"/>
            <a:ext cx="8820000" cy="1513235"/>
          </a:xfrm>
          <a:prstGeom prst="rect">
            <a:avLst/>
          </a:prstGeom>
        </p:spPr>
        <p:txBody>
          <a:bodyPr wrap="square" lIns="0" tIns="0" rIns="0" bIns="0" anchor="t" anchorCtr="0">
            <a:noAutofit/>
          </a:bodyPr>
          <a:lstStyle>
            <a:lvl1pPr marL="0" indent="0" algn="l">
              <a:lnSpc>
                <a:spcPts val="5500"/>
              </a:lnSpc>
              <a:spcBef>
                <a:spcPts val="800"/>
              </a:spcBef>
              <a:buNone/>
              <a:defRPr sz="6000" b="1" i="0" spc="-300">
                <a:solidFill>
                  <a:schemeClr val="tx1"/>
                </a:solidFill>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Presentation title</a:t>
            </a:r>
          </a:p>
          <a:p>
            <a:r>
              <a:rPr lang="en-US" dirty="0"/>
              <a:t>goes here.</a:t>
            </a:r>
          </a:p>
        </p:txBody>
      </p:sp>
      <p:pic>
        <p:nvPicPr>
          <p:cNvPr id="2" name="Picture 1">
            <a:extLst>
              <a:ext uri="{FF2B5EF4-FFF2-40B4-BE49-F238E27FC236}">
                <a16:creationId xmlns:a16="http://schemas.microsoft.com/office/drawing/2014/main" id="{D3154DDD-3D9A-5E49-4676-55F39F4870EE}"/>
              </a:ext>
            </a:extLst>
          </p:cNvPr>
          <p:cNvPicPr>
            <a:picLocks noChangeAspect="1"/>
          </p:cNvPicPr>
          <p:nvPr userDrawn="1"/>
        </p:nvPicPr>
        <p:blipFill>
          <a:blip r:embed="rId4"/>
          <a:stretch>
            <a:fillRect/>
          </a:stretch>
        </p:blipFill>
        <p:spPr>
          <a:xfrm>
            <a:off x="10121449" y="507429"/>
            <a:ext cx="1496116" cy="748058"/>
          </a:xfrm>
          <a:prstGeom prst="rect">
            <a:avLst/>
          </a:prstGeom>
        </p:spPr>
      </p:pic>
    </p:spTree>
    <p:extLst>
      <p:ext uri="{BB962C8B-B14F-4D97-AF65-F5344CB8AC3E}">
        <p14:creationId xmlns:p14="http://schemas.microsoft.com/office/powerpoint/2010/main" val="81060303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rgbClr val="0BA2B3"/>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F7324-CA8B-196E-4623-63A5CEE8EAF1}"/>
              </a:ext>
            </a:extLst>
          </p:cNvPr>
          <p:cNvPicPr>
            <a:picLocks noChangeAspect="1"/>
          </p:cNvPicPr>
          <p:nvPr userDrawn="1"/>
        </p:nvPicPr>
        <p:blipFill>
          <a:blip r:embed="rId2"/>
          <a:stretch>
            <a:fillRect/>
          </a:stretch>
        </p:blipFill>
        <p:spPr>
          <a:xfrm>
            <a:off x="10489770" y="5461000"/>
            <a:ext cx="1524000" cy="1206500"/>
          </a:xfrm>
          <a:prstGeom prst="rect">
            <a:avLst/>
          </a:prstGeom>
        </p:spPr>
      </p:pic>
      <p:sp>
        <p:nvSpPr>
          <p:cNvPr id="40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404" name="Presentation subtitle goes here."/>
          <p:cNvSpPr txBox="1">
            <a:spLocks noGrp="1"/>
          </p:cNvSpPr>
          <p:nvPr>
            <p:ph type="body" sz="quarter" idx="22" hasCustomPrompt="1"/>
          </p:nvPr>
        </p:nvSpPr>
        <p:spPr>
          <a:xfrm>
            <a:off x="640800" y="5886454"/>
            <a:ext cx="8280000" cy="451754"/>
          </a:xfrm>
          <a:prstGeom prst="rect">
            <a:avLst/>
          </a:prstGeom>
        </p:spPr>
        <p:txBody>
          <a:bodyPr lIns="0" tIns="0" rIns="0" bIns="0"/>
          <a:lstStyle>
            <a:lvl1pPr>
              <a:lnSpc>
                <a:spcPts val="1500"/>
              </a:lnSpc>
              <a:spcBef>
                <a:spcPts val="0"/>
              </a:spcBef>
              <a:tabLst>
                <a:tab pos="2222500" algn="l"/>
              </a:tabLst>
              <a:defRPr sz="1500" spc="-53">
                <a:solidFill>
                  <a:schemeClr val="bg1"/>
                </a:solidFill>
              </a:defRPr>
            </a:lvl1pPr>
          </a:lstStyle>
          <a:p>
            <a:r>
              <a:rPr dirty="0"/>
              <a:t>Presentation subtitle goes here.</a:t>
            </a:r>
          </a:p>
        </p:txBody>
      </p:sp>
      <p:sp>
        <p:nvSpPr>
          <p:cNvPr id="411"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2" name="Title 1">
            <a:extLst>
              <a:ext uri="{FF2B5EF4-FFF2-40B4-BE49-F238E27FC236}">
                <a16:creationId xmlns:a16="http://schemas.microsoft.com/office/drawing/2014/main" id="{C47FAC7F-2270-BA58-47C4-1CCA98AFDC48}"/>
              </a:ext>
            </a:extLst>
          </p:cNvPr>
          <p:cNvSpPr>
            <a:spLocks noGrp="1"/>
          </p:cNvSpPr>
          <p:nvPr>
            <p:ph type="title" hasCustomPrompt="1"/>
          </p:nvPr>
        </p:nvSpPr>
        <p:spPr>
          <a:xfrm>
            <a:off x="640800" y="4843803"/>
            <a:ext cx="8280000" cy="1037888"/>
          </a:xfrm>
          <a:prstGeom prst="rect">
            <a:avLst/>
          </a:prstGeom>
        </p:spPr>
        <p:txBody>
          <a:bodyPr lIns="0" tIns="0" rIns="0" bIns="0"/>
          <a:lstStyle>
            <a:lvl1pPr>
              <a:lnSpc>
                <a:spcPts val="4000"/>
              </a:lnSpc>
              <a:spcBef>
                <a:spcPts val="0"/>
              </a:spcBef>
              <a:defRPr sz="4000" spc="-220" baseline="0">
                <a:solidFill>
                  <a:srgbClr val="FFFFFF"/>
                </a:solidFill>
              </a:defRPr>
            </a:lvl1pPr>
          </a:lstStyle>
          <a:p>
            <a:r>
              <a:rPr lang="en-GB" dirty="0"/>
              <a:t>Presentation title goes here</a:t>
            </a:r>
            <a:br>
              <a:rPr lang="en-GB" dirty="0"/>
            </a:br>
            <a:r>
              <a:rPr lang="en-GB" dirty="0"/>
              <a:t>in maximum 2 lines.</a:t>
            </a:r>
            <a:endParaRPr lang="en-RS" dirty="0"/>
          </a:p>
        </p:txBody>
      </p:sp>
      <p:pic>
        <p:nvPicPr>
          <p:cNvPr id="6" name="Picture 5">
            <a:extLst>
              <a:ext uri="{FF2B5EF4-FFF2-40B4-BE49-F238E27FC236}">
                <a16:creationId xmlns:a16="http://schemas.microsoft.com/office/drawing/2014/main" id="{133CDE45-56ED-B37C-C67D-C43BC1CBB05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616196" y="435122"/>
            <a:ext cx="1116970" cy="363664"/>
          </a:xfrm>
          <a:prstGeom prst="rect">
            <a:avLst/>
          </a:prstGeom>
        </p:spPr>
      </p:pic>
    </p:spTree>
    <p:extLst>
      <p:ext uri="{BB962C8B-B14F-4D97-AF65-F5344CB8AC3E}">
        <p14:creationId xmlns:p14="http://schemas.microsoft.com/office/powerpoint/2010/main" val="370291974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285484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and Content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B8B9E036-63B8-BABD-33F1-5BC9082BA90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7484295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8094EDF9-0B9F-F29C-3C80-EFBD9E4D6C49}"/>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84167BFE-ED3C-83B8-FECA-185F5C7BA577}"/>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26924384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B5EC6-D35A-10B8-5EA0-50BF83AD45B9}"/>
              </a:ext>
            </a:extLst>
          </p:cNvPr>
          <p:cNvSpPr>
            <a:spLocks noGrp="1"/>
          </p:cNvSpPr>
          <p:nvPr>
            <p:ph type="title" hasCustomPrompt="1"/>
          </p:nvPr>
        </p:nvSpPr>
        <p:spPr/>
        <p:txBody>
          <a:bodyPr/>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9269A480-B1A1-5C47-6F30-1A57779A5887}"/>
              </a:ext>
            </a:extLst>
          </p:cNvPr>
          <p:cNvSpPr>
            <a:spLocks noGrp="1"/>
          </p:cNvSpPr>
          <p:nvPr>
            <p:ph type="sldNum" sz="quarter" idx="10"/>
          </p:nvPr>
        </p:nvSpPr>
        <p:spPr/>
        <p:txBody>
          <a:bodyPr/>
          <a:lstStyle/>
          <a:p>
            <a:fld id="{86CB4B4D-7CA3-9044-876B-883B54F8677D}" type="slidenum">
              <a:rPr lang="en-MT" smtClean="0"/>
              <a:t>‹#›</a:t>
            </a:fld>
            <a:endParaRPr lang="en-MT" dirty="0"/>
          </a:p>
        </p:txBody>
      </p:sp>
    </p:spTree>
    <p:extLst>
      <p:ext uri="{BB962C8B-B14F-4D97-AF65-F5344CB8AC3E}">
        <p14:creationId xmlns:p14="http://schemas.microsoft.com/office/powerpoint/2010/main" val="1437223348"/>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eadline only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A37C948F-854A-8FBB-50DD-E5D312C9C27A}"/>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AA22D9B2-02EB-3F5D-FE5D-896350F8429D}"/>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63116697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Headline only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0F83599E-08BA-C7BD-E23C-5534343B05C5}"/>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28ED4990-B85C-39F0-60DA-A271B7492A1E}"/>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4411045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2 Contents">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BF7E67D-18D5-6A8D-7953-FEA5113E7AB7}"/>
              </a:ext>
            </a:extLst>
          </p:cNvPr>
          <p:cNvPicPr>
            <a:picLocks noChangeAspect="1"/>
          </p:cNvPicPr>
          <p:nvPr userDrawn="1"/>
        </p:nvPicPr>
        <p:blipFill>
          <a:blip r:embed="rId2"/>
          <a:stretch>
            <a:fillRect/>
          </a:stretch>
        </p:blipFill>
        <p:spPr>
          <a:xfrm>
            <a:off x="6089650" y="0"/>
            <a:ext cx="6089650" cy="2087592"/>
          </a:xfrm>
          <a:prstGeom prst="rect">
            <a:avLst/>
          </a:prstGeom>
        </p:spPr>
      </p:pic>
      <p:pic>
        <p:nvPicPr>
          <p:cNvPr id="7" name="Picture 6">
            <a:extLst>
              <a:ext uri="{FF2B5EF4-FFF2-40B4-BE49-F238E27FC236}">
                <a16:creationId xmlns:a16="http://schemas.microsoft.com/office/drawing/2014/main" id="{B02CA3FB-76AE-FD67-66CE-9977642A8241}"/>
              </a:ext>
            </a:extLst>
          </p:cNvPr>
          <p:cNvPicPr>
            <a:picLocks noChangeAspect="1"/>
          </p:cNvPicPr>
          <p:nvPr userDrawn="1"/>
        </p:nvPicPr>
        <p:blipFill>
          <a:blip r:embed="rId3"/>
          <a:stretch>
            <a:fillRect/>
          </a:stretch>
        </p:blipFill>
        <p:spPr>
          <a:xfrm>
            <a:off x="0" y="2692400"/>
            <a:ext cx="4178300" cy="4165600"/>
          </a:xfrm>
          <a:prstGeom prst="rect">
            <a:avLst/>
          </a:prstGeom>
        </p:spPr>
      </p:pic>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lvl1pPr>
              <a:defRPr>
                <a:solidFill>
                  <a:schemeClr val="bg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noChangeAspect="1"/>
          </p:cNvSpPr>
          <p:nvPr>
            <p:ph type="body" sz="quarter" idx="15" hasCustomPrompt="1"/>
          </p:nvPr>
        </p:nvSpPr>
        <p:spPr>
          <a:xfrm>
            <a:off x="36000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CF5A879-E102-A7F6-E438-DA657371CA28}"/>
              </a:ext>
            </a:extLst>
          </p:cNvPr>
          <p:cNvSpPr>
            <a:spLocks noGrp="1" noChangeAspect="1"/>
          </p:cNvSpPr>
          <p:nvPr>
            <p:ph type="body" sz="quarter" idx="17" hasCustomPrompt="1"/>
          </p:nvPr>
        </p:nvSpPr>
        <p:spPr>
          <a:xfrm>
            <a:off x="608965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5" name="Content Placeholder 2">
            <a:extLst>
              <a:ext uri="{FF2B5EF4-FFF2-40B4-BE49-F238E27FC236}">
                <a16:creationId xmlns:a16="http://schemas.microsoft.com/office/drawing/2014/main" id="{89492F2E-9B45-D3A3-949A-69F4E3A117F0}"/>
              </a:ext>
            </a:extLst>
          </p:cNvPr>
          <p:cNvSpPr>
            <a:spLocks noGrp="1"/>
          </p:cNvSpPr>
          <p:nvPr>
            <p:ph idx="18"/>
          </p:nvPr>
        </p:nvSpPr>
        <p:spPr>
          <a:xfrm>
            <a:off x="608965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Rectangle 26">
            <a:extLst>
              <a:ext uri="{FF2B5EF4-FFF2-40B4-BE49-F238E27FC236}">
                <a16:creationId xmlns:a16="http://schemas.microsoft.com/office/drawing/2014/main" id="{568F95BD-C79E-1D24-6A04-74C72803F653}"/>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10" name="Picture 9">
            <a:extLst>
              <a:ext uri="{FF2B5EF4-FFF2-40B4-BE49-F238E27FC236}">
                <a16:creationId xmlns:a16="http://schemas.microsoft.com/office/drawing/2014/main" id="{948CE9FC-0B4F-2C3E-032C-662E264555D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67661" y="404660"/>
            <a:ext cx="1063903" cy="346387"/>
          </a:xfrm>
          <a:prstGeom prst="rect">
            <a:avLst/>
          </a:prstGeom>
        </p:spPr>
      </p:pic>
    </p:spTree>
    <p:extLst>
      <p:ext uri="{BB962C8B-B14F-4D97-AF65-F5344CB8AC3E}">
        <p14:creationId xmlns:p14="http://schemas.microsoft.com/office/powerpoint/2010/main" val="175258455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mparison">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E5D8D0-80F5-51A5-1B07-109FA11D2876}"/>
              </a:ext>
            </a:extLst>
          </p:cNvPr>
          <p:cNvPicPr>
            <a:picLocks noChangeAspect="1"/>
          </p:cNvPicPr>
          <p:nvPr userDrawn="1"/>
        </p:nvPicPr>
        <p:blipFill>
          <a:blip r:embed="rId2"/>
          <a:stretch>
            <a:fillRect/>
          </a:stretch>
        </p:blipFill>
        <p:spPr>
          <a:xfrm>
            <a:off x="0" y="0"/>
            <a:ext cx="7567885" cy="6858000"/>
          </a:xfrm>
          <a:prstGeom prst="rect">
            <a:avLst/>
          </a:prstGeom>
        </p:spPr>
      </p:pic>
      <p:sp>
        <p:nvSpPr>
          <p:cNvPr id="771" name="Slide Number"/>
          <p:cNvSpPr txBox="1">
            <a:spLocks noGrp="1"/>
          </p:cNvSpPr>
          <p:nvPr>
            <p:ph type="sldNum" sz="quarter" idx="2"/>
          </p:nvPr>
        </p:nvSpPr>
        <p:spPr>
          <a:xfrm>
            <a:off x="11574470" y="6480000"/>
            <a:ext cx="157094" cy="153888"/>
          </a:xfrm>
          <a:prstGeom prst="rect">
            <a:avLst/>
          </a:prstGeom>
        </p:spPr>
        <p:txBody>
          <a:bodyPr/>
          <a:lstStyle>
            <a:lvl1pPr>
              <a:defRPr>
                <a:solidFill>
                  <a:schemeClr val="tx1"/>
                </a:solidFill>
              </a:defRPr>
            </a:lvl1pPr>
          </a:lstStyle>
          <a:p>
            <a:fld id="{86CB4B4D-7CA3-9044-876B-883B54F8677D}" type="slidenum">
              <a:rPr lang="en-MT" smtClean="0"/>
              <a:pPr/>
              <a:t>‹#›</a:t>
            </a:fld>
            <a:endParaRPr lang="en-MT"/>
          </a:p>
        </p:txBody>
      </p:sp>
      <p:sp>
        <p:nvSpPr>
          <p:cNvPr id="2" name="Title 1">
            <a:extLst>
              <a:ext uri="{FF2B5EF4-FFF2-40B4-BE49-F238E27FC236}">
                <a16:creationId xmlns:a16="http://schemas.microsoft.com/office/drawing/2014/main" id="{9D122760-6141-1BBA-A1C0-71FC81DE61D6}"/>
              </a:ext>
            </a:extLst>
          </p:cNvPr>
          <p:cNvSpPr>
            <a:spLocks noGrp="1"/>
          </p:cNvSpPr>
          <p:nvPr>
            <p:ph type="title" hasCustomPrompt="1"/>
          </p:nvPr>
        </p:nvSpPr>
        <p:spPr>
          <a:xfrm>
            <a:off x="359999" y="1674394"/>
            <a:ext cx="5040000" cy="900000"/>
          </a:xfrm>
          <a:prstGeom prst="rect">
            <a:avLst/>
          </a:prstGeom>
        </p:spPr>
        <p:txBody>
          <a:bodyPr/>
          <a:lstStyle>
            <a:lvl1pPr>
              <a:lnSpc>
                <a:spcPts val="3000"/>
              </a:lnSpc>
              <a:spcBef>
                <a:spcPts val="0"/>
              </a:spcBef>
              <a:defRPr sz="3000" spc="-150" baseline="0">
                <a:solidFill>
                  <a:schemeClr val="bg1"/>
                </a:solidFill>
              </a:defRPr>
            </a:lvl1pPr>
          </a:lstStyle>
          <a:p>
            <a:r>
              <a:rPr lang="en-GB" dirty="0"/>
              <a:t>Headline goes here.</a:t>
            </a:r>
            <a:br>
              <a:rPr lang="en-GB" dirty="0"/>
            </a:br>
            <a:r>
              <a:rPr lang="en-GB" dirty="0"/>
              <a:t>Maximum in 2 lines.</a:t>
            </a:r>
            <a:endParaRPr lang="en-RS" dirty="0"/>
          </a:p>
        </p:txBody>
      </p:sp>
      <p:sp>
        <p:nvSpPr>
          <p:cNvPr id="6" name="Text Placeholder 5">
            <a:extLst>
              <a:ext uri="{FF2B5EF4-FFF2-40B4-BE49-F238E27FC236}">
                <a16:creationId xmlns:a16="http://schemas.microsoft.com/office/drawing/2014/main" id="{692E8514-1FD9-1D48-F636-D07CF9B3E97F}"/>
              </a:ext>
            </a:extLst>
          </p:cNvPr>
          <p:cNvSpPr>
            <a:spLocks noGrp="1"/>
          </p:cNvSpPr>
          <p:nvPr>
            <p:ph type="body" sz="quarter" idx="25" hasCustomPrompt="1"/>
          </p:nvPr>
        </p:nvSpPr>
        <p:spPr>
          <a:xfrm>
            <a:off x="6480000" y="1674393"/>
            <a:ext cx="5040000" cy="900000"/>
          </a:xfrm>
          <a:prstGeom prst="rect">
            <a:avLst/>
          </a:prstGeom>
        </p:spPr>
        <p:txBody>
          <a:bodyPr lIns="0" tIns="0" rIns="0" bIns="0"/>
          <a:lstStyle>
            <a:lvl1pPr>
              <a:lnSpc>
                <a:spcPts val="3000"/>
              </a:lnSpc>
              <a:spcBef>
                <a:spcPts val="0"/>
              </a:spcBef>
              <a:defRPr sz="3000" b="1" i="0" spc="-150" baseline="0">
                <a:solidFill>
                  <a:srgbClr val="FFFFFF"/>
                </a:solidFill>
                <a:latin typeface="Arial" panose="020B0604020202020204" pitchFamily="34" charset="0"/>
                <a:cs typeface="Arial" panose="020B0604020202020204" pitchFamily="34" charset="0"/>
              </a:defRPr>
            </a:lvl1pPr>
          </a:lstStyle>
          <a:p>
            <a:pPr lvl="0"/>
            <a:r>
              <a:rPr lang="en-GB" dirty="0"/>
              <a:t>Headline goes here.</a:t>
            </a:r>
          </a:p>
          <a:p>
            <a:pPr lvl="0"/>
            <a:r>
              <a:rPr lang="en-GB" dirty="0"/>
              <a:t>Maximum in 2 lines.</a:t>
            </a:r>
            <a:endParaRPr lang="en-RS" dirty="0"/>
          </a:p>
        </p:txBody>
      </p:sp>
      <p:sp>
        <p:nvSpPr>
          <p:cNvPr id="8" name="Text Placeholder 7">
            <a:extLst>
              <a:ext uri="{FF2B5EF4-FFF2-40B4-BE49-F238E27FC236}">
                <a16:creationId xmlns:a16="http://schemas.microsoft.com/office/drawing/2014/main" id="{39CEBE2D-F2C3-88C0-3F92-6DB010B000A0}"/>
              </a:ext>
            </a:extLst>
          </p:cNvPr>
          <p:cNvSpPr>
            <a:spLocks noGrp="1"/>
          </p:cNvSpPr>
          <p:nvPr>
            <p:ph type="body" sz="quarter" idx="26" hasCustomPrompt="1"/>
          </p:nvPr>
        </p:nvSpPr>
        <p:spPr>
          <a:xfrm>
            <a:off x="648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rgbClr val="FFFFFF"/>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10" name="Text Placeholder 9">
            <a:extLst>
              <a:ext uri="{FF2B5EF4-FFF2-40B4-BE49-F238E27FC236}">
                <a16:creationId xmlns:a16="http://schemas.microsoft.com/office/drawing/2014/main" id="{81C44C58-2ED7-4D46-7596-BC9E68CD7429}"/>
              </a:ext>
            </a:extLst>
          </p:cNvPr>
          <p:cNvSpPr>
            <a:spLocks noGrp="1"/>
          </p:cNvSpPr>
          <p:nvPr>
            <p:ph type="body" sz="quarter" idx="27" hasCustomPrompt="1"/>
          </p:nvPr>
        </p:nvSpPr>
        <p:spPr>
          <a:xfrm>
            <a:off x="36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chemeClr val="bg1"/>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4" name="Rectangle 26">
            <a:extLst>
              <a:ext uri="{FF2B5EF4-FFF2-40B4-BE49-F238E27FC236}">
                <a16:creationId xmlns:a16="http://schemas.microsoft.com/office/drawing/2014/main" id="{AC0B41AC-E660-039B-D957-02D6B6044830}"/>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3" name="Picture 2">
            <a:extLst>
              <a:ext uri="{FF2B5EF4-FFF2-40B4-BE49-F238E27FC236}">
                <a16:creationId xmlns:a16="http://schemas.microsoft.com/office/drawing/2014/main" id="{970FB612-69BE-4BC2-2F09-D99BA96EC833}"/>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99643521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Quote Slide">
    <p:bg>
      <p:bgPr>
        <a:solidFill>
          <a:schemeClr val="accent2"/>
        </a:solidFill>
        <a:effectLst/>
      </p:bgPr>
    </p:bg>
    <p:spTree>
      <p:nvGrpSpPr>
        <p:cNvPr id="1" name=""/>
        <p:cNvGrpSpPr/>
        <p:nvPr/>
      </p:nvGrpSpPr>
      <p:grpSpPr>
        <a:xfrm>
          <a:off x="0" y="0"/>
          <a:ext cx="0" cy="0"/>
          <a:chOff x="0" y="0"/>
          <a:chExt cx="0" cy="0"/>
        </a:xfrm>
      </p:grpSpPr>
      <p:sp>
        <p:nvSpPr>
          <p:cNvPr id="824"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827" name="“"/>
          <p:cNvSpPr txBox="1"/>
          <p:nvPr/>
        </p:nvSpPr>
        <p:spPr>
          <a:xfrm>
            <a:off x="1343734" y="2179914"/>
            <a:ext cx="239177" cy="32742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a:lnSpc>
                <a:spcPts val="3800"/>
              </a:lnSpc>
              <a:tabLst>
                <a:tab pos="2222500" algn="l"/>
              </a:tabLst>
              <a:defRPr sz="3800" spc="-173">
                <a:solidFill>
                  <a:schemeClr val="accent3">
                    <a:hueOff val="-3600000"/>
                    <a:lumOff val="3392"/>
                  </a:schemeClr>
                </a:solidFill>
              </a:defRPr>
            </a:lvl1pPr>
          </a:lstStyle>
          <a:p>
            <a:r>
              <a:rPr dirty="0">
                <a:solidFill>
                  <a:schemeClr val="tx1"/>
                </a:solidFill>
              </a:rPr>
              <a:t>“</a:t>
            </a:r>
          </a:p>
        </p:txBody>
      </p:sp>
      <p:sp>
        <p:nvSpPr>
          <p:cNvPr id="828"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831" name="Square"/>
          <p:cNvSpPr/>
          <p:nvPr userDrawn="1"/>
        </p:nvSpPr>
        <p:spPr>
          <a:xfrm rot="10800000" flipH="1">
            <a:off x="9366432" y="5569929"/>
            <a:ext cx="505472" cy="505473"/>
          </a:xfrm>
          <a:prstGeom prst="rect">
            <a:avLst/>
          </a:prstGeom>
          <a:solidFill>
            <a:srgbClr val="0BA2B3"/>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7" name="Title 6">
            <a:extLst>
              <a:ext uri="{FF2B5EF4-FFF2-40B4-BE49-F238E27FC236}">
                <a16:creationId xmlns:a16="http://schemas.microsoft.com/office/drawing/2014/main" id="{988AE7EF-64E9-48B7-4CF2-BE88B7C09CA6}"/>
              </a:ext>
            </a:extLst>
          </p:cNvPr>
          <p:cNvSpPr>
            <a:spLocks noGrp="1"/>
          </p:cNvSpPr>
          <p:nvPr>
            <p:ph type="title" hasCustomPrompt="1"/>
          </p:nvPr>
        </p:nvSpPr>
        <p:spPr>
          <a:xfrm>
            <a:off x="1591200" y="2187168"/>
            <a:ext cx="8405525" cy="1977391"/>
          </a:xfrm>
          <a:prstGeom prst="rect">
            <a:avLst/>
          </a:prstGeom>
        </p:spPr>
        <p:txBody>
          <a:bodyPr/>
          <a:lstStyle>
            <a:lvl1pPr>
              <a:lnSpc>
                <a:spcPts val="3800"/>
              </a:lnSpc>
              <a:spcBef>
                <a:spcPts val="0"/>
              </a:spcBef>
              <a:defRPr sz="3800" spc="-170" baseline="0">
                <a:solidFill>
                  <a:srgbClr val="FFFFFF"/>
                </a:solidFill>
              </a:defRPr>
            </a:lvl1pPr>
          </a:lstStyle>
          <a:p>
            <a:r>
              <a:rPr lang="en-GB" dirty="0" err="1"/>
              <a:t>Neceptatio</a:t>
            </a:r>
            <a:r>
              <a:rPr lang="en-GB" dirty="0"/>
              <a:t> </a:t>
            </a:r>
            <a:r>
              <a:rPr lang="en-GB" dirty="0" err="1"/>
              <a:t>odis</a:t>
            </a:r>
            <a:r>
              <a:rPr lang="en-GB" dirty="0"/>
              <a:t> non cum que </a:t>
            </a:r>
            <a:r>
              <a:rPr lang="en-GB" dirty="0" err="1"/>
              <a:t>molum</a:t>
            </a:r>
            <a:r>
              <a:rPr lang="en-GB" dirty="0"/>
              <a:t> qui </a:t>
            </a:r>
            <a:r>
              <a:rPr lang="en-GB" dirty="0" err="1"/>
              <a:t>berum</a:t>
            </a:r>
            <a:r>
              <a:rPr lang="en-GB" dirty="0"/>
              <a:t> re </a:t>
            </a:r>
            <a:r>
              <a:rPr lang="en-GB" dirty="0" err="1"/>
              <a:t>ea</a:t>
            </a:r>
            <a:r>
              <a:rPr lang="en-GB" dirty="0"/>
              <a:t> </a:t>
            </a:r>
            <a:r>
              <a:rPr lang="en-GB" dirty="0" err="1"/>
              <a:t>adi</a:t>
            </a:r>
            <a:r>
              <a:rPr lang="en-GB" dirty="0"/>
              <a:t> </a:t>
            </a:r>
            <a:r>
              <a:rPr lang="en-GB" dirty="0" err="1"/>
              <a:t>dest</a:t>
            </a:r>
            <a:r>
              <a:rPr lang="en-GB" dirty="0"/>
              <a:t> </a:t>
            </a:r>
            <a:r>
              <a:rPr lang="en-GB" dirty="0" err="1"/>
              <a:t>asimus</a:t>
            </a:r>
            <a:r>
              <a:rPr lang="en-GB" dirty="0"/>
              <a:t> </a:t>
            </a:r>
            <a:r>
              <a:rPr lang="en-GB" dirty="0" err="1"/>
              <a:t>modit</a:t>
            </a:r>
            <a:r>
              <a:rPr lang="en-GB" dirty="0"/>
              <a:t> </a:t>
            </a:r>
            <a:r>
              <a:rPr lang="en-GB" dirty="0" err="1"/>
              <a:t>iumet</a:t>
            </a:r>
            <a:r>
              <a:rPr lang="en-GB" dirty="0"/>
              <a:t> </a:t>
            </a:r>
            <a:r>
              <a:rPr lang="en-GB" dirty="0" err="1"/>
              <a:t>optate</a:t>
            </a:r>
            <a:r>
              <a:rPr lang="en-GB" dirty="0"/>
              <a:t> </a:t>
            </a:r>
            <a:r>
              <a:rPr lang="en-GB" dirty="0" err="1"/>
              <a:t>vernam</a:t>
            </a:r>
            <a:r>
              <a:rPr lang="en-GB" dirty="0"/>
              <a:t> as qui </a:t>
            </a:r>
            <a:r>
              <a:rPr lang="en-GB" dirty="0" err="1"/>
              <a:t>officabores</a:t>
            </a:r>
            <a:r>
              <a:rPr lang="en-GB" dirty="0"/>
              <a:t> </a:t>
            </a:r>
            <a:r>
              <a:rPr lang="en-GB" dirty="0" err="1"/>
              <a:t>asi</a:t>
            </a:r>
            <a:r>
              <a:rPr lang="en-GB" dirty="0"/>
              <a:t> od </a:t>
            </a:r>
            <a:r>
              <a:rPr lang="en-GB" dirty="0" err="1"/>
              <a:t>quam</a:t>
            </a:r>
            <a:r>
              <a:rPr lang="en-GB" dirty="0"/>
              <a:t> ex.”</a:t>
            </a:r>
            <a:endParaRPr lang="en-RS" dirty="0"/>
          </a:p>
        </p:txBody>
      </p:sp>
      <p:sp>
        <p:nvSpPr>
          <p:cNvPr id="4" name="Text Placeholder 3">
            <a:extLst>
              <a:ext uri="{FF2B5EF4-FFF2-40B4-BE49-F238E27FC236}">
                <a16:creationId xmlns:a16="http://schemas.microsoft.com/office/drawing/2014/main" id="{0C98FABA-03E9-FFE1-F488-077364696FEB}"/>
              </a:ext>
            </a:extLst>
          </p:cNvPr>
          <p:cNvSpPr>
            <a:spLocks noGrp="1"/>
          </p:cNvSpPr>
          <p:nvPr>
            <p:ph type="body" sz="quarter" idx="21"/>
          </p:nvPr>
        </p:nvSpPr>
        <p:spPr>
          <a:xfrm>
            <a:off x="1591200" y="4421963"/>
            <a:ext cx="7025229" cy="835517"/>
          </a:xfrm>
          <a:prstGeom prst="rect">
            <a:avLst/>
          </a:prstGeom>
        </p:spPr>
        <p:txBody>
          <a:bodyPr lIns="0" tIns="0" rIns="0" bIns="0">
            <a:noAutofit/>
          </a:bodyPr>
          <a:lstStyle>
            <a:lvl1pPr>
              <a:spcBef>
                <a:spcPts val="0"/>
              </a:spcBef>
              <a:defRPr sz="1600" b="1">
                <a:solidFill>
                  <a:schemeClr val="tx1"/>
                </a:solidFill>
              </a:defRPr>
            </a:lvl1pPr>
            <a:lvl2pPr marL="0" indent="0">
              <a:spcBef>
                <a:spcPts val="0"/>
              </a:spcBef>
              <a:buNone/>
              <a:defRPr sz="1600" b="1">
                <a:solidFill>
                  <a:schemeClr val="tx2"/>
                </a:solidFill>
              </a:defRPr>
            </a:lvl2pPr>
            <a:lvl3pPr marL="0" indent="0">
              <a:spcBef>
                <a:spcPts val="0"/>
              </a:spcBef>
              <a:buNone/>
              <a:defRPr sz="1600">
                <a:solidFill>
                  <a:schemeClr val="tx2"/>
                </a:solidFill>
              </a:defRPr>
            </a:lvl3pPr>
          </a:lstStyle>
          <a:p>
            <a:pPr lvl="0"/>
            <a:r>
              <a:rPr lang="en-US"/>
              <a:t>Click to edit Master text styles</a:t>
            </a:r>
          </a:p>
          <a:p>
            <a:pPr lvl="1"/>
            <a:r>
              <a:rPr lang="en-US"/>
              <a:t>Second level</a:t>
            </a:r>
          </a:p>
          <a:p>
            <a:pPr lvl="2"/>
            <a:r>
              <a:rPr lang="en-US"/>
              <a:t>Third level</a:t>
            </a:r>
          </a:p>
        </p:txBody>
      </p:sp>
      <p:pic>
        <p:nvPicPr>
          <p:cNvPr id="3" name="Picture 2">
            <a:extLst>
              <a:ext uri="{FF2B5EF4-FFF2-40B4-BE49-F238E27FC236}">
                <a16:creationId xmlns:a16="http://schemas.microsoft.com/office/drawing/2014/main" id="{351FC9C7-5636-7C28-B31A-915D1D97FE4F}"/>
              </a:ext>
            </a:extLst>
          </p:cNvPr>
          <p:cNvPicPr>
            <a:picLocks noChangeAspect="1"/>
          </p:cNvPicPr>
          <p:nvPr userDrawn="1"/>
        </p:nvPicPr>
        <p:blipFill>
          <a:blip r:embed="rId2"/>
          <a:stretch>
            <a:fillRect/>
          </a:stretch>
        </p:blipFill>
        <p:spPr>
          <a:xfrm>
            <a:off x="9374886" y="5067046"/>
            <a:ext cx="2006600" cy="1003300"/>
          </a:xfrm>
          <a:prstGeom prst="rect">
            <a:avLst/>
          </a:prstGeom>
        </p:spPr>
      </p:pic>
      <p:pic>
        <p:nvPicPr>
          <p:cNvPr id="2" name="Picture 1">
            <a:extLst>
              <a:ext uri="{FF2B5EF4-FFF2-40B4-BE49-F238E27FC236}">
                <a16:creationId xmlns:a16="http://schemas.microsoft.com/office/drawing/2014/main" id="{56FA4E22-A36B-3DE6-7D3E-A1F49569E89C}"/>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8463475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with photo">
    <p:spTree>
      <p:nvGrpSpPr>
        <p:cNvPr id="1" name=""/>
        <p:cNvGrpSpPr/>
        <p:nvPr/>
      </p:nvGrpSpPr>
      <p:grpSpPr>
        <a:xfrm>
          <a:off x="0" y="0"/>
          <a:ext cx="0" cy="0"/>
          <a:chOff x="0" y="0"/>
          <a:chExt cx="0" cy="0"/>
        </a:xfrm>
      </p:grpSpPr>
      <p:sp>
        <p:nvSpPr>
          <p:cNvPr id="4" name="Picture Placeholder 13">
            <a:extLst>
              <a:ext uri="{FF2B5EF4-FFF2-40B4-BE49-F238E27FC236}">
                <a16:creationId xmlns:a16="http://schemas.microsoft.com/office/drawing/2014/main" id="{6428E0B8-6EE1-8590-A6C5-89D1F5E64790}"/>
              </a:ext>
            </a:extLst>
          </p:cNvPr>
          <p:cNvSpPr>
            <a:spLocks noGrp="1"/>
          </p:cNvSpPr>
          <p:nvPr>
            <p:ph type="pic" sz="half" idx="22"/>
          </p:nvPr>
        </p:nvSpPr>
        <p:spPr>
          <a:xfrm>
            <a:off x="7937500" y="1447601"/>
            <a:ext cx="4241800" cy="5410399"/>
          </a:xfrm>
          <a:prstGeom prst="rect">
            <a:avLst/>
          </a:prstGeom>
        </p:spPr>
        <p:txBody>
          <a:bodyPr lIns="91439" tIns="45719" rIns="91439" bIns="45719"/>
          <a:lstStyle>
            <a:lvl1pPr>
              <a:defRPr>
                <a:solidFill>
                  <a:schemeClr val="bg1"/>
                </a:solidFill>
              </a:defRPr>
            </a:lvl1pPr>
          </a:lstStyle>
          <a:p>
            <a:r>
              <a:rPr lang="en-US"/>
              <a:t>Click icon to add picture</a:t>
            </a:r>
            <a:endParaRPr dirty="0"/>
          </a:p>
        </p:txBody>
      </p:sp>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72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72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5" name="Picture 4">
            <a:extLst>
              <a:ext uri="{FF2B5EF4-FFF2-40B4-BE49-F238E27FC236}">
                <a16:creationId xmlns:a16="http://schemas.microsoft.com/office/drawing/2014/main" id="{07E80830-552E-8F9C-BD8E-5F35ED2B8C60}"/>
              </a:ext>
            </a:extLst>
          </p:cNvPr>
          <p:cNvPicPr>
            <a:picLocks noChangeAspect="1"/>
          </p:cNvPicPr>
          <p:nvPr userDrawn="1"/>
        </p:nvPicPr>
        <p:blipFill>
          <a:blip r:embed="rId2"/>
          <a:stretch>
            <a:fillRect/>
          </a:stretch>
        </p:blipFill>
        <p:spPr>
          <a:xfrm>
            <a:off x="7937500" y="3935445"/>
            <a:ext cx="965200" cy="965200"/>
          </a:xfrm>
          <a:prstGeom prst="rect">
            <a:avLst/>
          </a:prstGeom>
        </p:spPr>
      </p:pic>
      <p:sp>
        <p:nvSpPr>
          <p:cNvPr id="7" name="Neceptatio odis non cum que molum qui berum re ea adi dest asimus modit iumet optate vernam as qui officabores asi od quam ex el id qui des repe sinvelendion. Andebitiis quae corehent aut alicimus.">
            <a:extLst>
              <a:ext uri="{FF2B5EF4-FFF2-40B4-BE49-F238E27FC236}">
                <a16:creationId xmlns:a16="http://schemas.microsoft.com/office/drawing/2014/main" id="{2DBBBB28-154D-7A9D-62D2-50AF83AE98E4}"/>
              </a:ext>
            </a:extLst>
          </p:cNvPr>
          <p:cNvSpPr>
            <a:spLocks noGrp="1"/>
          </p:cNvSpPr>
          <p:nvPr>
            <p:ph type="body" sz="quarter" idx="23"/>
          </p:nvPr>
        </p:nvSpPr>
        <p:spPr>
          <a:xfrm>
            <a:off x="2793987" y="4888595"/>
            <a:ext cx="6980036" cy="1969405"/>
          </a:xfrm>
          <a:prstGeom prst="rect">
            <a:avLst/>
          </a:prstGeom>
          <a:solidFill>
            <a:srgbClr val="CCF2FF"/>
          </a:solidFill>
        </p:spPr>
        <p:txBody>
          <a:bodyPr lIns="317500" tIns="317500" rIns="317500" bIns="317500"/>
          <a:lstStyle>
            <a:lvl1pPr>
              <a:lnSpc>
                <a:spcPts val="2200"/>
              </a:lnSpc>
              <a:spcBef>
                <a:spcPts val="0"/>
              </a:spcBef>
              <a:defRPr sz="1900" b="1">
                <a:solidFill>
                  <a:schemeClr val="accent1"/>
                </a:solidFill>
              </a:defRPr>
            </a:lvl1pPr>
          </a:lstStyle>
          <a:p>
            <a:pPr lvl="0"/>
            <a:r>
              <a:rPr lang="en-US"/>
              <a:t>Click to edit Master text styles</a:t>
            </a:r>
          </a:p>
        </p:txBody>
      </p:sp>
      <p:sp>
        <p:nvSpPr>
          <p:cNvPr id="8" name="Rectangle 26">
            <a:extLst>
              <a:ext uri="{FF2B5EF4-FFF2-40B4-BE49-F238E27FC236}">
                <a16:creationId xmlns:a16="http://schemas.microsoft.com/office/drawing/2014/main" id="{DF3D7E2A-8027-802D-0766-6B4C04B5301B}"/>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Tree>
    <p:extLst>
      <p:ext uri="{BB962C8B-B14F-4D97-AF65-F5344CB8AC3E}">
        <p14:creationId xmlns:p14="http://schemas.microsoft.com/office/powerpoint/2010/main" val="1236286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C Slide 4">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6" name="Picture 5">
            <a:extLst>
              <a:ext uri="{FF2B5EF4-FFF2-40B4-BE49-F238E27FC236}">
                <a16:creationId xmlns:a16="http://schemas.microsoft.com/office/drawing/2014/main" id="{0E1DBD97-FFD0-6E07-55C5-6C375BA24E4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7743363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OC Slide 8">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a:extLst>
              <a:ext uri="{FF2B5EF4-FFF2-40B4-BE49-F238E27FC236}">
                <a16:creationId xmlns:a16="http://schemas.microsoft.com/office/drawing/2014/main" id="{1B950ADA-7928-E26A-6183-8714633E1E75}"/>
              </a:ext>
            </a:extLst>
          </p:cNvPr>
          <p:cNvSpPr>
            <a:spLocks noGrp="1"/>
          </p:cNvSpPr>
          <p:nvPr>
            <p:ph idx="20"/>
          </p:nvPr>
        </p:nvSpPr>
        <p:spPr>
          <a:xfrm>
            <a:off x="36000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2">
            <a:extLst>
              <a:ext uri="{FF2B5EF4-FFF2-40B4-BE49-F238E27FC236}">
                <a16:creationId xmlns:a16="http://schemas.microsoft.com/office/drawing/2014/main" id="{CD9CB34E-0B8C-A533-51C1-9D19605E4E7D}"/>
              </a:ext>
            </a:extLst>
          </p:cNvPr>
          <p:cNvSpPr>
            <a:spLocks noGrp="1"/>
          </p:cNvSpPr>
          <p:nvPr>
            <p:ph idx="21"/>
          </p:nvPr>
        </p:nvSpPr>
        <p:spPr>
          <a:xfrm>
            <a:off x="322999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a:extLst>
              <a:ext uri="{FF2B5EF4-FFF2-40B4-BE49-F238E27FC236}">
                <a16:creationId xmlns:a16="http://schemas.microsoft.com/office/drawing/2014/main" id="{2676F21C-4A76-DE8A-EC90-FD75447E2850}"/>
              </a:ext>
            </a:extLst>
          </p:cNvPr>
          <p:cNvSpPr>
            <a:spLocks noGrp="1"/>
          </p:cNvSpPr>
          <p:nvPr>
            <p:ph idx="22"/>
          </p:nvPr>
        </p:nvSpPr>
        <p:spPr>
          <a:xfrm>
            <a:off x="609998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09FDFA8-47EC-FE46-F57C-E4A671C58455}"/>
              </a:ext>
            </a:extLst>
          </p:cNvPr>
          <p:cNvSpPr>
            <a:spLocks noGrp="1"/>
          </p:cNvSpPr>
          <p:nvPr>
            <p:ph idx="23"/>
          </p:nvPr>
        </p:nvSpPr>
        <p:spPr>
          <a:xfrm>
            <a:off x="896997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B302B467-B6B5-158C-B057-8ABA2ACF21A3}"/>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0216798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2AC7D1FC-51F7-5A4E-BEAF-A85845DA9B35}"/>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00814166-2330-94E9-AA20-4A478C6C452B}"/>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419826458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14" name="Rectangle 26">
            <a:extLst>
              <a:ext uri="{FF2B5EF4-FFF2-40B4-BE49-F238E27FC236}">
                <a16:creationId xmlns:a16="http://schemas.microsoft.com/office/drawing/2014/main" id="{6C324B2D-CF53-407A-3FF3-83821279B530}"/>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C6672750-5A7A-9BCA-6B6D-95C6E36756F0}"/>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1125330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697F3-602F-5FC9-7AE6-19FEE5C49AD4}"/>
              </a:ext>
            </a:extLst>
          </p:cNvPr>
          <p:cNvSpPr>
            <a:spLocks noGrp="1"/>
          </p:cNvSpPr>
          <p:nvPr>
            <p:ph type="title" hasCustomPrompt="1"/>
          </p:nvPr>
        </p:nvSpPr>
        <p:spPr/>
        <p:txBody>
          <a:body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5713789-AC9B-504D-EABC-88530694F04A}"/>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4" name="Body Level One…">
            <a:extLst>
              <a:ext uri="{FF2B5EF4-FFF2-40B4-BE49-F238E27FC236}">
                <a16:creationId xmlns:a16="http://schemas.microsoft.com/office/drawing/2014/main" id="{2F3F8381-DEB3-C667-F282-4085FCECE5D1}"/>
              </a:ext>
            </a:extLst>
          </p:cNvPr>
          <p:cNvSpPr txBox="1">
            <a:spLocks noGrp="1"/>
          </p:cNvSpPr>
          <p:nvPr>
            <p:ph type="body" sz="quarter" idx="1"/>
          </p:nvPr>
        </p:nvSpPr>
        <p:spPr>
          <a:xfrm>
            <a:off x="360000" y="2610760"/>
            <a:ext cx="3478685" cy="2108201"/>
          </a:xfrm>
          <a:prstGeom prst="rect">
            <a:avLst/>
          </a:prstGeom>
          <a:solidFill>
            <a:schemeClr val="accent2"/>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5" name="Body Level One…">
            <a:extLst>
              <a:ext uri="{FF2B5EF4-FFF2-40B4-BE49-F238E27FC236}">
                <a16:creationId xmlns:a16="http://schemas.microsoft.com/office/drawing/2014/main" id="{32CA9EDE-386C-CB9D-B16C-D07164D1B840}"/>
              </a:ext>
            </a:extLst>
          </p:cNvPr>
          <p:cNvSpPr txBox="1">
            <a:spLocks noGrp="1"/>
          </p:cNvSpPr>
          <p:nvPr>
            <p:ph type="body" sz="quarter" idx="23"/>
          </p:nvPr>
        </p:nvSpPr>
        <p:spPr>
          <a:xfrm>
            <a:off x="4308328" y="2610760"/>
            <a:ext cx="3478685" cy="2108201"/>
          </a:xfrm>
          <a:prstGeom prst="rect">
            <a:avLst/>
          </a:prstGeom>
          <a:solidFill>
            <a:schemeClr val="accent4"/>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6" name="Body Level One…">
            <a:extLst>
              <a:ext uri="{FF2B5EF4-FFF2-40B4-BE49-F238E27FC236}">
                <a16:creationId xmlns:a16="http://schemas.microsoft.com/office/drawing/2014/main" id="{9896A4C3-2F4F-489A-CE62-D7C218EF8B41}"/>
              </a:ext>
            </a:extLst>
          </p:cNvPr>
          <p:cNvSpPr txBox="1">
            <a:spLocks noGrp="1"/>
          </p:cNvSpPr>
          <p:nvPr>
            <p:ph type="body" sz="quarter" idx="24"/>
          </p:nvPr>
        </p:nvSpPr>
        <p:spPr>
          <a:xfrm>
            <a:off x="8256655" y="2610760"/>
            <a:ext cx="3478685" cy="2108201"/>
          </a:xfrm>
          <a:prstGeom prst="rect">
            <a:avLst/>
          </a:prstGeom>
          <a:solidFill>
            <a:schemeClr val="accent3"/>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Tree>
    <p:extLst>
      <p:ext uri="{BB962C8B-B14F-4D97-AF65-F5344CB8AC3E}">
        <p14:creationId xmlns:p14="http://schemas.microsoft.com/office/powerpoint/2010/main" val="237460376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lide with logo">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92A336-4C8E-CDC0-D2F1-550C41A2C9F4}"/>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2" name="Rectangle 1">
            <a:extLst>
              <a:ext uri="{FF2B5EF4-FFF2-40B4-BE49-F238E27FC236}">
                <a16:creationId xmlns:a16="http://schemas.microsoft.com/office/drawing/2014/main" id="{A8E6B9FA-EC1F-4A72-A5C4-3E216DB2B0D5}"/>
              </a:ext>
            </a:extLst>
          </p:cNvPr>
          <p:cNvSpPr/>
          <p:nvPr userDrawn="1"/>
        </p:nvSpPr>
        <p:spPr>
          <a:xfrm>
            <a:off x="10297948" y="1240221"/>
            <a:ext cx="1481958" cy="672662"/>
          </a:xfrm>
          <a:prstGeom prst="rect">
            <a:avLst/>
          </a:prstGeom>
          <a:solidFill>
            <a:schemeClr val="tx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457200" rtl="0" fontAlgn="auto" latinLnBrk="0" hangingPunct="0">
              <a:lnSpc>
                <a:spcPct val="100000"/>
              </a:lnSpc>
              <a:spcBef>
                <a:spcPts val="0"/>
              </a:spcBef>
              <a:spcAft>
                <a:spcPts val="0"/>
              </a:spcAft>
              <a:buClrTx/>
              <a:buSzTx/>
              <a:buFontTx/>
              <a:buNone/>
              <a:tabLst/>
            </a:pPr>
            <a:endParaRPr kumimoji="0" lang="en-RO" sz="2800" b="1" i="0" u="none" strike="noStrike" cap="none" spc="0" normalizeH="0" baseline="0">
              <a:ln>
                <a:noFill/>
              </a:ln>
              <a:solidFill>
                <a:schemeClr val="accent3">
                  <a:hueOff val="-3600000"/>
                  <a:lumOff val="3392"/>
                </a:schemeClr>
              </a:solidFill>
              <a:effectLst/>
              <a:uFillTx/>
              <a:latin typeface="Arial"/>
              <a:ea typeface="Arial"/>
              <a:cs typeface="Arial"/>
              <a:sym typeface="Arial"/>
            </a:endParaRPr>
          </a:p>
        </p:txBody>
      </p:sp>
      <p:pic>
        <p:nvPicPr>
          <p:cNvPr id="5" name="Picture 4">
            <a:extLst>
              <a:ext uri="{FF2B5EF4-FFF2-40B4-BE49-F238E27FC236}">
                <a16:creationId xmlns:a16="http://schemas.microsoft.com/office/drawing/2014/main" id="{9630A33A-77D6-60C0-F173-C49F7014F2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1066485795"/>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4AEC-6485-F835-D479-069CD0AA5105}"/>
              </a:ext>
            </a:extLst>
          </p:cNvPr>
          <p:cNvSpPr>
            <a:spLocks noGrp="1"/>
          </p:cNvSpPr>
          <p:nvPr>
            <p:ph type="title"/>
          </p:nvPr>
        </p:nvSpPr>
        <p:spPr>
          <a:xfrm>
            <a:off x="635128" y="4640687"/>
            <a:ext cx="9000000" cy="457295"/>
          </a:xfrm>
        </p:spPr>
        <p:txBody>
          <a:bodyPr/>
          <a:lstStyle>
            <a:lvl1pPr>
              <a:defRPr sz="1600" spc="0"/>
            </a:lvl1pPr>
          </a:lstStyle>
          <a:p>
            <a:r>
              <a:rPr lang="en-US"/>
              <a:t>Click to edit Master title style</a:t>
            </a:r>
            <a:endParaRPr lang="en-MT"/>
          </a:p>
        </p:txBody>
      </p:sp>
      <p:pic>
        <p:nvPicPr>
          <p:cNvPr id="4" name="Picture 3">
            <a:extLst>
              <a:ext uri="{FF2B5EF4-FFF2-40B4-BE49-F238E27FC236}">
                <a16:creationId xmlns:a16="http://schemas.microsoft.com/office/drawing/2014/main" id="{5B665E8E-3E30-D595-AF95-EFC31A1945DF}"/>
              </a:ext>
            </a:extLst>
          </p:cNvPr>
          <p:cNvPicPr>
            <a:picLocks noChangeAspect="1"/>
          </p:cNvPicPr>
          <p:nvPr userDrawn="1"/>
        </p:nvPicPr>
        <p:blipFill>
          <a:blip r:embed="rId2"/>
          <a:stretch>
            <a:fillRect/>
          </a:stretch>
        </p:blipFill>
        <p:spPr>
          <a:xfrm>
            <a:off x="10897966" y="362286"/>
            <a:ext cx="833598" cy="416799"/>
          </a:xfrm>
          <a:prstGeom prst="rect">
            <a:avLst/>
          </a:prstGeom>
        </p:spPr>
      </p:pic>
      <p:sp>
        <p:nvSpPr>
          <p:cNvPr id="5" name="Rectangle">
            <a:extLst>
              <a:ext uri="{FF2B5EF4-FFF2-40B4-BE49-F238E27FC236}">
                <a16:creationId xmlns:a16="http://schemas.microsoft.com/office/drawing/2014/main" id="{800A7C2D-E409-DB93-9ECC-C71CF456B705}"/>
              </a:ext>
            </a:extLst>
          </p:cNvPr>
          <p:cNvSpPr/>
          <p:nvPr userDrawn="1"/>
        </p:nvSpPr>
        <p:spPr>
          <a:xfrm>
            <a:off x="165529" y="190499"/>
            <a:ext cx="11848241" cy="6477001"/>
          </a:xfrm>
          <a:prstGeom prst="rect">
            <a:avLst/>
          </a:prstGeom>
          <a:ln>
            <a:solidFill>
              <a:schemeClr val="accent1"/>
            </a:solidFill>
            <a:miter lim="400000"/>
          </a:ln>
        </p:spPr>
        <p:txBody>
          <a:bodyPr tIns="91439" bIns="91439" anchor="ctr"/>
          <a:lstStyle/>
          <a:p>
            <a:pPr algn="ctr">
              <a:lnSpc>
                <a:spcPct val="100000"/>
              </a:lnSpc>
              <a:defRPr sz="2800">
                <a:solidFill>
                  <a:schemeClr val="accent3"/>
                </a:solidFill>
              </a:defRPr>
            </a:pPr>
            <a:endParaRPr/>
          </a:p>
        </p:txBody>
      </p:sp>
      <p:pic>
        <p:nvPicPr>
          <p:cNvPr id="7" name="Image" descr="Image">
            <a:extLst>
              <a:ext uri="{FF2B5EF4-FFF2-40B4-BE49-F238E27FC236}">
                <a16:creationId xmlns:a16="http://schemas.microsoft.com/office/drawing/2014/main" id="{516A5D33-AFC3-5923-9D1B-22CBC54AEB2E}"/>
              </a:ext>
            </a:extLst>
          </p:cNvPr>
          <p:cNvPicPr>
            <a:picLocks noChangeAspect="1"/>
          </p:cNvPicPr>
          <p:nvPr userDrawn="1"/>
        </p:nvPicPr>
        <p:blipFill>
          <a:blip r:embed="rId3"/>
          <a:stretch>
            <a:fillRect/>
          </a:stretch>
        </p:blipFill>
        <p:spPr>
          <a:xfrm>
            <a:off x="600348" y="393566"/>
            <a:ext cx="6557643" cy="3556001"/>
          </a:xfrm>
          <a:prstGeom prst="rect">
            <a:avLst/>
          </a:prstGeom>
          <a:ln w="12700">
            <a:miter lim="400000"/>
          </a:ln>
        </p:spPr>
      </p:pic>
      <p:pic>
        <p:nvPicPr>
          <p:cNvPr id="3" name="Picture 2">
            <a:extLst>
              <a:ext uri="{FF2B5EF4-FFF2-40B4-BE49-F238E27FC236}">
                <a16:creationId xmlns:a16="http://schemas.microsoft.com/office/drawing/2014/main" id="{84146912-204B-D1C5-40BF-E06BAA80BC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2827449616"/>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Slide with logo Dark">
    <p:bg>
      <p:bgPr>
        <a:solidFill>
          <a:schemeClr val="accent2"/>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2" name="Picture 1">
            <a:extLst>
              <a:ext uri="{FF2B5EF4-FFF2-40B4-BE49-F238E27FC236}">
                <a16:creationId xmlns:a16="http://schemas.microsoft.com/office/drawing/2014/main" id="{D7A025FE-20D6-D7C7-557F-A1F8FF5FF91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83131210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Slide with logo Teal">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2" name="Rectangle 26">
            <a:extLst>
              <a:ext uri="{FF2B5EF4-FFF2-40B4-BE49-F238E27FC236}">
                <a16:creationId xmlns:a16="http://schemas.microsoft.com/office/drawing/2014/main" id="{77F7703D-4F57-B386-7552-96B1C62710F8}"/>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332010D8-9280-4F8A-C077-86BF6086D51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3712709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 Slide">
    <p:bg>
      <p:bgPr>
        <a:solidFill>
          <a:schemeClr val="accent1"/>
        </a:solidFill>
        <a:effectLst/>
      </p:bgPr>
    </p:bg>
    <p:spTree>
      <p:nvGrpSpPr>
        <p:cNvPr id="1" name=""/>
        <p:cNvGrpSpPr/>
        <p:nvPr/>
      </p:nvGrpSpPr>
      <p:grpSpPr>
        <a:xfrm>
          <a:off x="0" y="0"/>
          <a:ext cx="0" cy="0"/>
          <a:chOff x="0" y="0"/>
          <a:chExt cx="0" cy="0"/>
        </a:xfrm>
      </p:grpSpPr>
      <p:sp>
        <p:nvSpPr>
          <p:cNvPr id="1304"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pic>
        <p:nvPicPr>
          <p:cNvPr id="1305" name="Image" descr="Image"/>
          <p:cNvPicPr>
            <a:picLocks noChangeAspect="1"/>
          </p:cNvPicPr>
          <p:nvPr/>
        </p:nvPicPr>
        <p:blipFill>
          <a:blip r:embed="rId2"/>
          <a:stretch>
            <a:fillRect/>
          </a:stretch>
        </p:blipFill>
        <p:spPr>
          <a:xfrm>
            <a:off x="600348" y="393566"/>
            <a:ext cx="6557644" cy="3556001"/>
          </a:xfrm>
          <a:prstGeom prst="rect">
            <a:avLst/>
          </a:prstGeom>
          <a:ln w="12700">
            <a:miter lim="400000"/>
          </a:ln>
        </p:spPr>
      </p:pic>
      <p:sp>
        <p:nvSpPr>
          <p:cNvPr id="2" name="Text Placeholder 3">
            <a:extLst>
              <a:ext uri="{FF2B5EF4-FFF2-40B4-BE49-F238E27FC236}">
                <a16:creationId xmlns:a16="http://schemas.microsoft.com/office/drawing/2014/main" id="{99CF3841-8ED6-6708-57A4-9817037CEB78}"/>
              </a:ext>
            </a:extLst>
          </p:cNvPr>
          <p:cNvSpPr>
            <a:spLocks noGrp="1"/>
          </p:cNvSpPr>
          <p:nvPr>
            <p:ph type="body" sz="quarter" idx="21"/>
          </p:nvPr>
        </p:nvSpPr>
        <p:spPr>
          <a:xfrm>
            <a:off x="617538"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3" name="Text Placeholder 3">
            <a:extLst>
              <a:ext uri="{FF2B5EF4-FFF2-40B4-BE49-F238E27FC236}">
                <a16:creationId xmlns:a16="http://schemas.microsoft.com/office/drawing/2014/main" id="{07F3690B-C83C-2263-51B8-2AD430316DB8}"/>
              </a:ext>
            </a:extLst>
          </p:cNvPr>
          <p:cNvSpPr>
            <a:spLocks noGrp="1"/>
          </p:cNvSpPr>
          <p:nvPr>
            <p:ph type="body" sz="quarter" idx="22"/>
          </p:nvPr>
        </p:nvSpPr>
        <p:spPr>
          <a:xfrm>
            <a:off x="3473690"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4" name="Text Placeholder 3">
            <a:extLst>
              <a:ext uri="{FF2B5EF4-FFF2-40B4-BE49-F238E27FC236}">
                <a16:creationId xmlns:a16="http://schemas.microsoft.com/office/drawing/2014/main" id="{A283DC22-9630-B38E-C904-813DD4F866A9}"/>
              </a:ext>
            </a:extLst>
          </p:cNvPr>
          <p:cNvSpPr>
            <a:spLocks noGrp="1"/>
          </p:cNvSpPr>
          <p:nvPr>
            <p:ph type="body" sz="quarter" idx="23"/>
          </p:nvPr>
        </p:nvSpPr>
        <p:spPr>
          <a:xfrm>
            <a:off x="6329842"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5" name="Text Placeholder 3">
            <a:extLst>
              <a:ext uri="{FF2B5EF4-FFF2-40B4-BE49-F238E27FC236}">
                <a16:creationId xmlns:a16="http://schemas.microsoft.com/office/drawing/2014/main" id="{3E5848EA-712E-9B18-ECD8-B6B00CEC65F5}"/>
              </a:ext>
            </a:extLst>
          </p:cNvPr>
          <p:cNvSpPr>
            <a:spLocks noGrp="1"/>
          </p:cNvSpPr>
          <p:nvPr>
            <p:ph type="body" sz="quarter" idx="24"/>
          </p:nvPr>
        </p:nvSpPr>
        <p:spPr>
          <a:xfrm>
            <a:off x="9185994"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6" name="Text Placeholder 3">
            <a:extLst>
              <a:ext uri="{FF2B5EF4-FFF2-40B4-BE49-F238E27FC236}">
                <a16:creationId xmlns:a16="http://schemas.microsoft.com/office/drawing/2014/main" id="{239248B7-4F45-3A2F-F77A-254137B02A5D}"/>
              </a:ext>
            </a:extLst>
          </p:cNvPr>
          <p:cNvSpPr>
            <a:spLocks noGrp="1"/>
          </p:cNvSpPr>
          <p:nvPr>
            <p:ph type="body" sz="quarter" idx="25"/>
          </p:nvPr>
        </p:nvSpPr>
        <p:spPr>
          <a:xfrm>
            <a:off x="617538"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7" name="Text Placeholder 3">
            <a:extLst>
              <a:ext uri="{FF2B5EF4-FFF2-40B4-BE49-F238E27FC236}">
                <a16:creationId xmlns:a16="http://schemas.microsoft.com/office/drawing/2014/main" id="{25580FAC-13AA-9847-E7FB-CA6185B21438}"/>
              </a:ext>
            </a:extLst>
          </p:cNvPr>
          <p:cNvSpPr>
            <a:spLocks noGrp="1"/>
          </p:cNvSpPr>
          <p:nvPr>
            <p:ph type="body" sz="quarter" idx="26"/>
          </p:nvPr>
        </p:nvSpPr>
        <p:spPr>
          <a:xfrm>
            <a:off x="3473690"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8" name="Text Placeholder 3">
            <a:extLst>
              <a:ext uri="{FF2B5EF4-FFF2-40B4-BE49-F238E27FC236}">
                <a16:creationId xmlns:a16="http://schemas.microsoft.com/office/drawing/2014/main" id="{87064713-9468-3192-25BA-F4153E3A3D1C}"/>
              </a:ext>
            </a:extLst>
          </p:cNvPr>
          <p:cNvSpPr>
            <a:spLocks noGrp="1"/>
          </p:cNvSpPr>
          <p:nvPr>
            <p:ph type="body" sz="quarter" idx="27"/>
          </p:nvPr>
        </p:nvSpPr>
        <p:spPr>
          <a:xfrm>
            <a:off x="6329842"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9" name="Text Placeholder 3">
            <a:extLst>
              <a:ext uri="{FF2B5EF4-FFF2-40B4-BE49-F238E27FC236}">
                <a16:creationId xmlns:a16="http://schemas.microsoft.com/office/drawing/2014/main" id="{B975AAF6-3101-6B0C-FD52-BB661302BFB7}"/>
              </a:ext>
            </a:extLst>
          </p:cNvPr>
          <p:cNvSpPr>
            <a:spLocks noGrp="1"/>
          </p:cNvSpPr>
          <p:nvPr>
            <p:ph type="body" sz="quarter" idx="28"/>
          </p:nvPr>
        </p:nvSpPr>
        <p:spPr>
          <a:xfrm>
            <a:off x="9185994"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pic>
        <p:nvPicPr>
          <p:cNvPr id="10" name="Picture 9">
            <a:extLst>
              <a:ext uri="{FF2B5EF4-FFF2-40B4-BE49-F238E27FC236}">
                <a16:creationId xmlns:a16="http://schemas.microsoft.com/office/drawing/2014/main" id="{0DA257E9-E1E4-4676-33F4-21575F0D4664}"/>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205080106"/>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Slide Number"/>
          <p:cNvSpPr txBox="1">
            <a:spLocks noGrp="1"/>
          </p:cNvSpPr>
          <p:nvPr>
            <p:ph type="sldNum" sz="quarter" idx="2"/>
          </p:nvPr>
        </p:nvSpPr>
        <p:spPr>
          <a:xfrm>
            <a:off x="11574470" y="6480000"/>
            <a:ext cx="157094" cy="153888"/>
          </a:xfrm>
          <a:prstGeom prst="rect">
            <a:avLst/>
          </a:prstGeom>
          <a:ln w="12700">
            <a:miter lim="400000"/>
          </a:ln>
        </p:spPr>
        <p:txBody>
          <a:bodyPr wrap="none" lIns="0" tIns="0" rIns="0" bIns="0">
            <a:spAutoFit/>
          </a:bodyPr>
          <a:lstStyle>
            <a:lvl1pPr algn="r">
              <a:lnSpc>
                <a:spcPct val="100000"/>
              </a:lnSpc>
              <a:defRPr sz="1000" b="0">
                <a:solidFill>
                  <a:schemeClr val="bg1"/>
                </a:solidFill>
              </a:defRPr>
            </a:lvl1pPr>
          </a:lstStyle>
          <a:p>
            <a:fld id="{86CB4B4D-7CA3-9044-876B-883B54F8677D}" type="slidenum">
              <a:rPr lang="en-MT" smtClean="0"/>
              <a:pPr/>
              <a:t>‹#›</a:t>
            </a:fld>
            <a:endParaRPr lang="en-MT" dirty="0"/>
          </a:p>
        </p:txBody>
      </p:sp>
      <p:sp>
        <p:nvSpPr>
          <p:cNvPr id="4" name="Rectangle 26"/>
          <p:cNvSpPr/>
          <p:nvPr/>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Title Text">
            <a:extLst>
              <a:ext uri="{FF2B5EF4-FFF2-40B4-BE49-F238E27FC236}">
                <a16:creationId xmlns:a16="http://schemas.microsoft.com/office/drawing/2014/main" id="{0FA158A4-54D2-FE6D-8D99-B11D40E0AF64}"/>
              </a:ext>
            </a:extLst>
          </p:cNvPr>
          <p:cNvSpPr txBox="1">
            <a:spLocks noGrp="1"/>
          </p:cNvSpPr>
          <p:nvPr>
            <p:ph type="title"/>
          </p:nvPr>
        </p:nvSpPr>
        <p:spPr>
          <a:xfrm>
            <a:off x="359999" y="360000"/>
            <a:ext cx="9000000" cy="90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nchor="t"/>
          <a:lstStyle/>
          <a:p>
            <a:r>
              <a:rPr dirty="0"/>
              <a:t>Title Text</a:t>
            </a:r>
          </a:p>
        </p:txBody>
      </p:sp>
      <p:pic>
        <p:nvPicPr>
          <p:cNvPr id="5" name="Picture 4">
            <a:extLst>
              <a:ext uri="{FF2B5EF4-FFF2-40B4-BE49-F238E27FC236}">
                <a16:creationId xmlns:a16="http://schemas.microsoft.com/office/drawing/2014/main" id="{C870ADC5-57FC-F55D-0F83-C584981192E6}"/>
              </a:ext>
            </a:extLst>
          </p:cNvPr>
          <p:cNvPicPr>
            <a:picLocks noChangeAspect="1"/>
          </p:cNvPicPr>
          <p:nvPr userDrawn="1"/>
        </p:nvPicPr>
        <p:blipFill>
          <a:blip r:embed="rId24"/>
          <a:stretch>
            <a:fillRect/>
          </a:stretch>
        </p:blipFill>
        <p:spPr>
          <a:xfrm>
            <a:off x="10897966" y="362286"/>
            <a:ext cx="833598" cy="416799"/>
          </a:xfrm>
          <a:prstGeom prst="rect">
            <a:avLst/>
          </a:prstGeom>
        </p:spPr>
      </p:pic>
    </p:spTree>
  </p:cSld>
  <p:clrMap bg1="dk1" tx1="lt1" bg2="dk2" tx2="lt2" accent1="accent1" accent2="accent2" accent3="accent3" accent4="accent4" accent5="accent5" accent6="accent6" hlink="hlink" folHlink="folHlink"/>
  <p:sldLayoutIdLst>
    <p:sldLayoutId id="2147483716" r:id="rId1"/>
    <p:sldLayoutId id="2147483715" r:id="rId2"/>
    <p:sldLayoutId id="2147483724" r:id="rId3"/>
    <p:sldLayoutId id="2147483727" r:id="rId4"/>
    <p:sldLayoutId id="2147483736" r:id="rId5"/>
    <p:sldLayoutId id="2147483725" r:id="rId6"/>
    <p:sldLayoutId id="2147483734" r:id="rId7"/>
    <p:sldLayoutId id="2147483738" r:id="rId8"/>
    <p:sldLayoutId id="2147483726" r:id="rId9"/>
    <p:sldLayoutId id="2147483717" r:id="rId10"/>
    <p:sldLayoutId id="2147483718" r:id="rId11"/>
    <p:sldLayoutId id="2147483728" r:id="rId12"/>
    <p:sldLayoutId id="2147483732" r:id="rId13"/>
    <p:sldLayoutId id="2147483739" r:id="rId14"/>
    <p:sldLayoutId id="2147483741" r:id="rId15"/>
    <p:sldLayoutId id="2147483731" r:id="rId16"/>
    <p:sldLayoutId id="2147483730" r:id="rId17"/>
    <p:sldLayoutId id="2147483729" r:id="rId18"/>
    <p:sldLayoutId id="2147483742" r:id="rId19"/>
    <p:sldLayoutId id="2147483735" r:id="rId20"/>
    <p:sldLayoutId id="2147483740" r:id="rId21"/>
    <p:sldLayoutId id="2147483720" r:id="rId22"/>
  </p:sldLayoutIdLst>
  <p:transition spd="med"/>
  <p:hf hdr="0" ftr="0" dt="0"/>
  <p:txStyles>
    <p:title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p:titleStyle>
    <p:bodyStyle>
      <a:lvl1pPr marL="0" marR="0" indent="0" algn="l" defTabSz="457200" rtl="0" eaLnBrk="1" latinLnBrk="0" hangingPunct="1">
        <a:lnSpc>
          <a:spcPct val="100000"/>
        </a:lnSpc>
        <a:spcBef>
          <a:spcPts val="500"/>
        </a:spcBef>
        <a:spcAft>
          <a:spcPts val="0"/>
        </a:spcAft>
        <a:buClrTx/>
        <a:buSzTx/>
        <a:buFontTx/>
        <a:buNone/>
        <a:tabLst/>
        <a:defRPr sz="1800" b="0" i="0" u="none" strike="noStrike" cap="none" spc="0" baseline="0">
          <a:solidFill>
            <a:schemeClr val="accent4">
              <a:hueOff val="-839560"/>
              <a:satOff val="19935"/>
              <a:lumOff val="-15534"/>
            </a:schemeClr>
          </a:solidFill>
          <a:uFillTx/>
          <a:latin typeface="Arial"/>
          <a:ea typeface="Arial"/>
          <a:cs typeface="Arial"/>
          <a:sym typeface="Arial"/>
        </a:defRPr>
      </a:lvl1pPr>
      <a:lvl2pPr marL="104775"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2pPr>
      <a:lvl3pPr marL="273684" marR="0" indent="-99059"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3pPr>
      <a:lvl4pPr marL="443547" marR="0" indent="-103822"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4pPr>
      <a:lvl5pPr marL="617537"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5pPr>
      <a:lvl6pPr marL="24231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6pPr>
      <a:lvl7pPr marL="28803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7pPr>
      <a:lvl8pPr marL="33375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8pPr>
      <a:lvl9pPr marL="37947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9pPr>
    </p:bodyStyle>
    <p:otherStyle>
      <a:lvl1pPr marL="0" marR="0" indent="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1pPr>
      <a:lvl2pPr marL="0" marR="0" indent="457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2pPr>
      <a:lvl3pPr marL="0" marR="0" indent="914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3pPr>
      <a:lvl4pPr marL="0" marR="0" indent="1371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4pPr>
      <a:lvl5pPr marL="0" marR="0" indent="18288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5pPr>
      <a:lvl6pPr marL="0" marR="0" indent="22860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6pPr>
      <a:lvl7pPr marL="0" marR="0" indent="2743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7pPr>
      <a:lvl8pPr marL="0" marR="0" indent="3200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8pPr>
      <a:lvl9pPr marL="0" marR="0" indent="3657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59B082B-315C-DD8D-A168-52A194A97853}"/>
              </a:ext>
            </a:extLst>
          </p:cNvPr>
          <p:cNvSpPr>
            <a:spLocks noGrp="1"/>
          </p:cNvSpPr>
          <p:nvPr>
            <p:ph type="body" sz="quarter" idx="22"/>
          </p:nvPr>
        </p:nvSpPr>
        <p:spPr>
          <a:xfrm>
            <a:off x="640800" y="4118205"/>
            <a:ext cx="8280000" cy="451754"/>
          </a:xfrm>
        </p:spPr>
        <p:txBody>
          <a:bodyPr/>
          <a:lstStyle/>
          <a:p>
            <a:r>
              <a:rPr lang="en-US" dirty="0"/>
              <a:t>UiPath </a:t>
            </a:r>
            <a:r>
              <a:rPr lang="en-US" dirty="0" err="1"/>
              <a:t>AgentHack</a:t>
            </a:r>
            <a:r>
              <a:rPr lang="en-US" dirty="0"/>
              <a:t>. Build the AI agents of tomorrow. </a:t>
            </a:r>
            <a:endParaRPr lang="en-MT" dirty="0"/>
          </a:p>
        </p:txBody>
      </p:sp>
      <p:sp>
        <p:nvSpPr>
          <p:cNvPr id="3" name="Title 2">
            <a:extLst>
              <a:ext uri="{FF2B5EF4-FFF2-40B4-BE49-F238E27FC236}">
                <a16:creationId xmlns:a16="http://schemas.microsoft.com/office/drawing/2014/main" id="{FBDEDE4E-6ACF-3A2E-D9B3-191EFDDD253B}"/>
              </a:ext>
            </a:extLst>
          </p:cNvPr>
          <p:cNvSpPr>
            <a:spLocks noGrp="1"/>
          </p:cNvSpPr>
          <p:nvPr>
            <p:ph type="title"/>
          </p:nvPr>
        </p:nvSpPr>
        <p:spPr>
          <a:xfrm>
            <a:off x="640800" y="3080317"/>
            <a:ext cx="8280000" cy="1037888"/>
          </a:xfrm>
        </p:spPr>
        <p:txBody>
          <a:bodyPr/>
          <a:lstStyle/>
          <a:p>
            <a:pPr algn="l"/>
            <a:r>
              <a:rPr sz="4000" b="1">
                <a:latin typeface="Segoe UI"/>
              </a:rPr>
              <a:t>Deal Desk Agent</a:t>
            </a:r>
          </a:p>
          <a:p>
            <a:pPr algn="l"/>
            <a:r>
              <a:rPr sz="4000" b="0">
                <a:latin typeface="Segoe UI"/>
              </a:rPr>
              <a:t>Your AI Deal Desk Analyst</a:t>
            </a:r>
          </a:p>
        </p:txBody>
      </p:sp>
    </p:spTree>
    <p:extLst>
      <p:ext uri="{BB962C8B-B14F-4D97-AF65-F5344CB8AC3E}">
        <p14:creationId xmlns:p14="http://schemas.microsoft.com/office/powerpoint/2010/main" val="74999113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AFA35-F81D-0626-83EB-70B088D9B9DF}"/>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E66991E2-8AE2-DD26-A9A4-214B73B61F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6255" y="1925979"/>
            <a:ext cx="2223500" cy="2228624"/>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6">
            <a:extLst>
              <a:ext uri="{FF2B5EF4-FFF2-40B4-BE49-F238E27FC236}">
                <a16:creationId xmlns:a16="http://schemas.microsoft.com/office/drawing/2014/main" id="{023A3B3B-70DA-4806-B848-C55E152C6CBF}"/>
              </a:ext>
            </a:extLst>
          </p:cNvPr>
          <p:cNvSpPr>
            <a:spLocks noGrp="1"/>
          </p:cNvSpPr>
          <p:nvPr/>
        </p:nvSpPr>
        <p:spPr>
          <a:xfrm>
            <a:off x="308294" y="4436925"/>
            <a:ext cx="2710314" cy="489737"/>
          </a:xfrm>
          <a:prstGeom prst="rect">
            <a:avLst/>
          </a:prstGeom>
        </p:spPr>
        <p:txBody>
          <a:bodyPr vert="horz" lIns="0" tIns="0" rIns="0" bIns="0" rtlCol="0" anchor="b" anchorCtr="1">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800" b="1">
                <a:latin typeface="Segoe UI"/>
              </a:rPr>
              <a:t>Daniela Rosenstein</a:t>
            </a:r>
          </a:p>
        </p:txBody>
      </p:sp>
      <p:sp>
        <p:nvSpPr>
          <p:cNvPr id="4" name="Text Placeholder 11">
            <a:extLst>
              <a:ext uri="{FF2B5EF4-FFF2-40B4-BE49-F238E27FC236}">
                <a16:creationId xmlns:a16="http://schemas.microsoft.com/office/drawing/2014/main" id="{C50F4400-3C94-4D3A-92CC-2C64D553524A}"/>
              </a:ext>
            </a:extLst>
          </p:cNvPr>
          <p:cNvSpPr>
            <a:spLocks noGrp="1"/>
          </p:cNvSpPr>
          <p:nvPr/>
        </p:nvSpPr>
        <p:spPr>
          <a:xfrm>
            <a:off x="342659" y="5063729"/>
            <a:ext cx="2710691" cy="1141008"/>
          </a:xfrm>
          <a:prstGeom prst="rect">
            <a:avLst/>
          </a:prstGeom>
        </p:spPr>
        <p:txBody>
          <a:bodyPr vert="horz" lIns="0" tIns="0" rIns="0" bIns="0" rtlCol="0" anchor="t" anchorCtr="1">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300" b="0">
                <a:latin typeface="Segoe UI"/>
              </a:rPr>
              <a:t>Builder @ Cato Networks</a:t>
            </a:r>
          </a:p>
        </p:txBody>
      </p:sp>
      <p:pic>
        <p:nvPicPr>
          <p:cNvPr id="5" name="Picture 2">
            <a:extLst>
              <a:ext uri="{FF2B5EF4-FFF2-40B4-BE49-F238E27FC236}">
                <a16:creationId xmlns:a16="http://schemas.microsoft.com/office/drawing/2014/main" id="{8D8FDD73-F412-713B-3DD2-71DA1C30C4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8334" y="1925979"/>
            <a:ext cx="2223500" cy="2228624"/>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6">
            <a:extLst>
              <a:ext uri="{FF2B5EF4-FFF2-40B4-BE49-F238E27FC236}">
                <a16:creationId xmlns:a16="http://schemas.microsoft.com/office/drawing/2014/main" id="{03A01159-846F-0F7B-6E10-2F795B0A06AA}"/>
              </a:ext>
            </a:extLst>
          </p:cNvPr>
          <p:cNvSpPr>
            <a:spLocks noGrp="1"/>
          </p:cNvSpPr>
          <p:nvPr/>
        </p:nvSpPr>
        <p:spPr>
          <a:xfrm>
            <a:off x="3216503" y="4450509"/>
            <a:ext cx="2710314" cy="489737"/>
          </a:xfrm>
          <a:prstGeom prst="rect">
            <a:avLst/>
          </a:prstGeom>
        </p:spPr>
        <p:txBody>
          <a:bodyPr vert="horz" lIns="0" tIns="0" rIns="0" bIns="0" rtlCol="0" anchor="b" anchorCtr="1">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800" b="1">
                <a:latin typeface="Segoe UI"/>
              </a:rPr>
              <a:t>Coded Agents (LangGraph)</a:t>
            </a:r>
          </a:p>
        </p:txBody>
      </p:sp>
      <p:sp>
        <p:nvSpPr>
          <p:cNvPr id="7" name="Text Placeholder 11">
            <a:extLst>
              <a:ext uri="{FF2B5EF4-FFF2-40B4-BE49-F238E27FC236}">
                <a16:creationId xmlns:a16="http://schemas.microsoft.com/office/drawing/2014/main" id="{2D9BC4B5-779B-1958-1E56-3B92969E86DF}"/>
              </a:ext>
            </a:extLst>
          </p:cNvPr>
          <p:cNvSpPr>
            <a:spLocks noGrp="1"/>
          </p:cNvSpPr>
          <p:nvPr/>
        </p:nvSpPr>
        <p:spPr>
          <a:xfrm>
            <a:off x="3105672" y="5062793"/>
            <a:ext cx="2710691" cy="1141008"/>
          </a:xfrm>
          <a:prstGeom prst="rect">
            <a:avLst/>
          </a:prstGeom>
        </p:spPr>
        <p:txBody>
          <a:bodyPr vert="horz" lIns="0" tIns="0" rIns="0" bIns="0" rtlCol="0" anchor="t" anchorCtr="1">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300" b="0">
                <a:latin typeface="Segoe UI"/>
              </a:rPr>
              <a:t>plan / render / process_response (Python)</a:t>
            </a:r>
          </a:p>
        </p:txBody>
      </p:sp>
      <p:pic>
        <p:nvPicPr>
          <p:cNvPr id="8" name="Picture 2">
            <a:extLst>
              <a:ext uri="{FF2B5EF4-FFF2-40B4-BE49-F238E27FC236}">
                <a16:creationId xmlns:a16="http://schemas.microsoft.com/office/drawing/2014/main" id="{7DBA6F5D-90AD-506A-CE4D-89319B51CB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1716" y="1973262"/>
            <a:ext cx="2223500" cy="2228624"/>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B970237-0361-6A57-6B9D-3344AC7DBB09}"/>
              </a:ext>
            </a:extLst>
          </p:cNvPr>
          <p:cNvSpPr>
            <a:spLocks noGrp="1"/>
          </p:cNvSpPr>
          <p:nvPr/>
        </p:nvSpPr>
        <p:spPr>
          <a:xfrm>
            <a:off x="6148101" y="4450509"/>
            <a:ext cx="2710314" cy="489737"/>
          </a:xfrm>
          <a:prstGeom prst="rect">
            <a:avLst/>
          </a:prstGeom>
        </p:spPr>
        <p:txBody>
          <a:bodyPr vert="horz" lIns="0" tIns="0" rIns="0" bIns="0" rtlCol="0" anchor="b" anchorCtr="1">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800" b="1">
                <a:latin typeface="Segoe UI"/>
              </a:rPr>
              <a:t>Maestro BPMN</a:t>
            </a:r>
          </a:p>
        </p:txBody>
      </p:sp>
      <p:sp>
        <p:nvSpPr>
          <p:cNvPr id="10" name="Text Placeholder 11">
            <a:extLst>
              <a:ext uri="{FF2B5EF4-FFF2-40B4-BE49-F238E27FC236}">
                <a16:creationId xmlns:a16="http://schemas.microsoft.com/office/drawing/2014/main" id="{242DAF2E-2BDB-8C60-D764-D5185EBF89A0}"/>
              </a:ext>
            </a:extLst>
          </p:cNvPr>
          <p:cNvSpPr>
            <a:spLocks noGrp="1"/>
          </p:cNvSpPr>
          <p:nvPr/>
        </p:nvSpPr>
        <p:spPr>
          <a:xfrm>
            <a:off x="6148101" y="5060108"/>
            <a:ext cx="2710691" cy="1141008"/>
          </a:xfrm>
          <a:prstGeom prst="rect">
            <a:avLst/>
          </a:prstGeom>
        </p:spPr>
        <p:txBody>
          <a:bodyPr vert="horz" lIns="0" tIns="0" rIns="0" bIns="0" rtlCol="0" anchor="t" anchorCtr="1">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300" b="0">
                <a:latin typeface="Segoe UI"/>
              </a:rPr>
              <a:t>orchestration, gateway, sequential loop</a:t>
            </a:r>
          </a:p>
        </p:txBody>
      </p:sp>
      <p:pic>
        <p:nvPicPr>
          <p:cNvPr id="11" name="Picture 2">
            <a:extLst>
              <a:ext uri="{FF2B5EF4-FFF2-40B4-BE49-F238E27FC236}">
                <a16:creationId xmlns:a16="http://schemas.microsoft.com/office/drawing/2014/main" id="{49E04C0B-2472-ED45-82CC-742C963F71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25098" y="1973262"/>
            <a:ext cx="2223500" cy="2228624"/>
          </a:xfrm>
          <a:prstGeom prst="rect">
            <a:avLst/>
          </a:prstGeom>
          <a:noFill/>
          <a:extLst>
            <a:ext uri="{909E8E84-426E-40DD-AFC4-6F175D3DCCD1}">
              <a14:hiddenFill xmlns:a14="http://schemas.microsoft.com/office/drawing/2010/main">
                <a:solidFill>
                  <a:srgbClr val="FFFFFF"/>
                </a:solidFill>
              </a14:hiddenFill>
            </a:ext>
          </a:extLst>
        </p:spPr>
      </p:pic>
      <p:sp>
        <p:nvSpPr>
          <p:cNvPr id="12" name="Text Placeholder 6">
            <a:extLst>
              <a:ext uri="{FF2B5EF4-FFF2-40B4-BE49-F238E27FC236}">
                <a16:creationId xmlns:a16="http://schemas.microsoft.com/office/drawing/2014/main" id="{B647BEE1-A482-AA4D-385A-A902F0852F5E}"/>
              </a:ext>
            </a:extLst>
          </p:cNvPr>
          <p:cNvSpPr>
            <a:spLocks noGrp="1"/>
          </p:cNvSpPr>
          <p:nvPr/>
        </p:nvSpPr>
        <p:spPr>
          <a:xfrm>
            <a:off x="8858415" y="4436925"/>
            <a:ext cx="2710314" cy="489737"/>
          </a:xfrm>
          <a:prstGeom prst="rect">
            <a:avLst/>
          </a:prstGeom>
        </p:spPr>
        <p:txBody>
          <a:bodyPr vert="horz" lIns="0" tIns="0" rIns="0" bIns="0" rtlCol="0" anchor="b" anchorCtr="1">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800" b="1">
                <a:latin typeface="Segoe UI"/>
              </a:rPr>
              <a:t>WaitDecision Robot</a:t>
            </a:r>
          </a:p>
        </p:txBody>
      </p:sp>
      <p:sp>
        <p:nvSpPr>
          <p:cNvPr id="13" name="Text Placeholder 11">
            <a:extLst>
              <a:ext uri="{FF2B5EF4-FFF2-40B4-BE49-F238E27FC236}">
                <a16:creationId xmlns:a16="http://schemas.microsoft.com/office/drawing/2014/main" id="{D0822F4C-6C78-11B3-C564-A83C5BAD18B2}"/>
              </a:ext>
            </a:extLst>
          </p:cNvPr>
          <p:cNvSpPr>
            <a:spLocks noGrp="1"/>
          </p:cNvSpPr>
          <p:nvPr/>
        </p:nvSpPr>
        <p:spPr>
          <a:xfrm>
            <a:off x="8881502" y="5060108"/>
            <a:ext cx="2710691" cy="1141008"/>
          </a:xfrm>
          <a:prstGeom prst="rect">
            <a:avLst/>
          </a:prstGeom>
        </p:spPr>
        <p:txBody>
          <a:bodyPr vert="horz" lIns="0" tIns="0" rIns="0" bIns="0" rtlCol="0" anchor="t" anchorCtr="1">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300" b="0">
                <a:latin typeface="Segoe UI"/>
              </a:rPr>
              <a:t>RPA: 3 channels + UiPath.Persistence wait</a:t>
            </a:r>
          </a:p>
        </p:txBody>
      </p:sp>
      <p:sp>
        <p:nvSpPr>
          <p:cNvPr id="14" name="Title 1">
            <a:extLst>
              <a:ext uri="{FF2B5EF4-FFF2-40B4-BE49-F238E27FC236}">
                <a16:creationId xmlns:a16="http://schemas.microsoft.com/office/drawing/2014/main" id="{426A5EB7-4B7D-852B-B90D-74E6498EA545}"/>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pPr algn="l"/>
            <a:r>
              <a:rPr sz="1600" b="0">
                <a:latin typeface="Segoe UI"/>
              </a:rPr>
              <a:t>Track 2: UiPath Maestro BPMN</a:t>
            </a:r>
            <a:endParaRPr lang="en-MT" dirty="0"/>
          </a:p>
          <a:p>
            <a:pPr algn="l"/>
            <a:r>
              <a:rPr sz="1600" b="0">
                <a:latin typeface="Segoe UI"/>
              </a:rPr>
              <a:t>Coding-agent bonus: Cursor + Claude via UiPath for Coding Agents</a:t>
            </a:r>
          </a:p>
        </p:txBody>
      </p:sp>
    </p:spTree>
    <p:extLst>
      <p:ext uri="{BB962C8B-B14F-4D97-AF65-F5344CB8AC3E}">
        <p14:creationId xmlns:p14="http://schemas.microsoft.com/office/powerpoint/2010/main" val="2231807245"/>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3D97-861B-8216-1596-A30DB1E0C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A60B8-E509-98E7-2FEE-CE8BB6CF2A9D}"/>
              </a:ext>
            </a:extLst>
          </p:cNvPr>
          <p:cNvSpPr>
            <a:spLocks noGrp="1"/>
          </p:cNvSpPr>
          <p:nvPr>
            <p:ph type="title"/>
          </p:nvPr>
        </p:nvSpPr>
        <p:spPr/>
        <p:txBody>
          <a:bodyPr/>
          <a:lstStyle/>
          <a:p>
            <a:r>
              <a:rPr lang="en-GB" dirty="0">
                <a:solidFill>
                  <a:srgbClr val="172024"/>
                </a:solidFill>
              </a:rPr>
              <a:t>Problem statement and proposed solution</a:t>
            </a:r>
            <a:endParaRPr lang="en-MT" dirty="0">
              <a:solidFill>
                <a:srgbClr val="172024"/>
              </a:solidFill>
            </a:endParaRPr>
          </a:p>
        </p:txBody>
      </p:sp>
      <p:sp>
        <p:nvSpPr>
          <p:cNvPr id="10" name="Slide Number Placeholder 9">
            <a:extLst>
              <a:ext uri="{FF2B5EF4-FFF2-40B4-BE49-F238E27FC236}">
                <a16:creationId xmlns:a16="http://schemas.microsoft.com/office/drawing/2014/main" id="{612CFE9D-67C2-DBC8-C1B9-92F9C34115AD}"/>
              </a:ext>
            </a:extLst>
          </p:cNvPr>
          <p:cNvSpPr>
            <a:spLocks noGrp="1"/>
          </p:cNvSpPr>
          <p:nvPr>
            <p:ph type="sldNum" sz="quarter" idx="10"/>
          </p:nvPr>
        </p:nvSpPr>
        <p:spPr/>
        <p:txBody>
          <a:bodyPr/>
          <a:lstStyle/>
          <a:p>
            <a:fld id="{86CB4B4D-7CA3-9044-876B-883B54F8677D}" type="slidenum">
              <a:rPr lang="en-MT" smtClean="0"/>
              <a:t>3</a:t>
            </a:fld>
            <a:endParaRPr lang="en-MT"/>
          </a:p>
        </p:txBody>
      </p:sp>
      <p:sp>
        <p:nvSpPr>
          <p:cNvPr id="3" name="Text Placeholder 2">
            <a:extLst>
              <a:ext uri="{FF2B5EF4-FFF2-40B4-BE49-F238E27FC236}">
                <a16:creationId xmlns:a16="http://schemas.microsoft.com/office/drawing/2014/main" id="{ACA789EF-7679-BC5C-55B2-79105E026D27}"/>
              </a:ext>
            </a:extLst>
          </p:cNvPr>
          <p:cNvSpPr>
            <a:spLocks noGrp="1"/>
          </p:cNvSpPr>
          <p:nvPr>
            <p:ph type="body" sz="quarter" idx="15"/>
          </p:nvPr>
        </p:nvSpPr>
        <p:spPr/>
        <p:txBody>
          <a:bodyPr/>
          <a:lstStyle/>
          <a:p>
            <a:r>
              <a:rPr lang="en-GB" dirty="0"/>
              <a:t>Problem</a:t>
            </a:r>
          </a:p>
        </p:txBody>
      </p:sp>
      <p:sp>
        <p:nvSpPr>
          <p:cNvPr id="4" name="Content Placeholder 3">
            <a:extLst>
              <a:ext uri="{FF2B5EF4-FFF2-40B4-BE49-F238E27FC236}">
                <a16:creationId xmlns:a16="http://schemas.microsoft.com/office/drawing/2014/main" id="{6DEF4AF2-F532-7980-A51E-EB633C18E090}"/>
              </a:ext>
            </a:extLst>
          </p:cNvPr>
          <p:cNvSpPr>
            <a:spLocks noGrp="1"/>
          </p:cNvSpPr>
          <p:nvPr>
            <p:ph idx="16"/>
          </p:nvPr>
        </p:nvSpPr>
        <p:spPr>
          <a:prstGeom prst="rect">
            <a:avLst/>
          </a:prstGeom>
        </p:spPr>
        <p:txBody>
          <a:bodyPr/>
          <a:lstStyle/>
          <a:p>
            <a:pPr marL="285750" indent="-285750" fontAlgn="base" algn="l">
              <a:buFont typeface="Arial" panose="020B0604020202020204" pitchFamily="34" charset="0"/>
              <a:buChar char="•"/>
            </a:pPr>
            <a:r>
              <a:rPr sz="1300" b="0">
                <a:latin typeface="Segoe UI"/>
              </a:rPr>
              <a:t>Every sales org has a Deal Desk: the team that reviews pricing exceptions,</a:t>
            </a:r>
          </a:p>
          <a:p>
            <a:pPr algn="l"/>
            <a:r>
              <a:rPr sz="1300" b="0">
                <a:latin typeface="Segoe UI"/>
              </a:rPr>
              <a:t>emails managers up the chain, waits for replies, consolidates decisions,</a:t>
            </a:r>
          </a:p>
          <a:p>
            <a:pPr algn="l"/>
            <a:r>
              <a:rPr sz="1300" b="0">
                <a:latin typeface="Segoe UI"/>
              </a:rPr>
              <a:t>and updates the CRM. It is manual, inbox-driven, and slow.</a:t>
            </a:r>
          </a:p>
          <a:p>
            <a:pPr algn="l"/>
          </a:p>
          <a:p>
            <a:pPr algn="l"/>
            <a:r>
              <a:rPr sz="1300" b="0">
                <a:latin typeface="Segoe UI"/>
              </a:rPr>
              <a:t>  - No SLA: deals stall in inboxes for days.</a:t>
            </a:r>
          </a:p>
          <a:p>
            <a:pPr algn="l"/>
            <a:r>
              <a:rPr sz="1300" b="0">
                <a:latin typeface="Segoe UI"/>
              </a:rPr>
              <a:t>  - No consistency: routing thresholds drift between managers.</a:t>
            </a:r>
          </a:p>
          <a:p>
            <a:pPr algn="l"/>
            <a:r>
              <a:rPr sz="1300" b="0">
                <a:latin typeface="Segoe UI"/>
              </a:rPr>
              <a:t>  - No audit trail: decisions buried in email threads.</a:t>
            </a:r>
          </a:p>
        </p:txBody>
      </p:sp>
      <p:sp>
        <p:nvSpPr>
          <p:cNvPr id="5" name="Text Placeholder 4">
            <a:extLst>
              <a:ext uri="{FF2B5EF4-FFF2-40B4-BE49-F238E27FC236}">
                <a16:creationId xmlns:a16="http://schemas.microsoft.com/office/drawing/2014/main" id="{CF86218D-58D1-4DB9-D829-CC6DC53A0A26}"/>
              </a:ext>
            </a:extLst>
          </p:cNvPr>
          <p:cNvSpPr>
            <a:spLocks noGrp="1"/>
          </p:cNvSpPr>
          <p:nvPr>
            <p:ph type="body" sz="quarter" idx="17"/>
          </p:nvPr>
        </p:nvSpPr>
        <p:spPr/>
        <p:txBody>
          <a:bodyPr/>
          <a:lstStyle/>
          <a:p>
            <a:r>
              <a:rPr lang="en-GB" dirty="0"/>
              <a:t>Solution</a:t>
            </a:r>
          </a:p>
        </p:txBody>
      </p:sp>
      <p:sp>
        <p:nvSpPr>
          <p:cNvPr id="6" name="Content Placeholder 5">
            <a:extLst>
              <a:ext uri="{FF2B5EF4-FFF2-40B4-BE49-F238E27FC236}">
                <a16:creationId xmlns:a16="http://schemas.microsoft.com/office/drawing/2014/main" id="{39D3F4E2-81AA-B610-6D1B-F0DAA1E2611A}"/>
              </a:ext>
            </a:extLst>
          </p:cNvPr>
          <p:cNvSpPr>
            <a:spLocks noGrp="1"/>
          </p:cNvSpPr>
          <p:nvPr>
            <p:ph idx="18"/>
          </p:nvPr>
        </p:nvSpPr>
        <p:spPr/>
        <p:txBody>
          <a:bodyPr/>
          <a:lstStyle/>
          <a:p>
            <a:pPr marL="285750" indent="-285750" fontAlgn="base" algn="l">
              <a:buFont typeface="Arial" panose="020B0604020202020204" pitchFamily="34" charset="0"/>
              <a:buChar char="•"/>
            </a:pPr>
            <a:r>
              <a:rPr sz="1250" b="0">
                <a:latin typeface="Segoe UI"/>
              </a:rPr>
              <a:t>The Deal Desk Agent does that job, end to end on Automation Cloud:</a:t>
            </a:r>
          </a:p>
          <a:p>
            <a:pPr algn="l"/>
          </a:p>
          <a:p>
            <a:pPr algn="l"/>
            <a:r>
              <a:rPr sz="1250" b="0">
                <a:latin typeface="Segoe UI"/>
              </a:rPr>
              <a:t>  1. Live Salesforce data via AgentHub MCP; approver chain from the org chart.</a:t>
            </a:r>
          </a:p>
          <a:p>
            <a:pPr algn="l"/>
            <a:r>
              <a:rPr sz="1250" b="0">
                <a:latin typeface="Segoe UI"/>
              </a:rPr>
              <a:t>  2. Risk scoring + LLM rationale -&gt; recommendation and disposition.</a:t>
            </a:r>
          </a:p>
          <a:p>
            <a:pPr algn="l"/>
            <a:r>
              <a:rPr sz="1250" b="0">
                <a:latin typeface="Segoe UI"/>
              </a:rPr>
              <a:t>  3. Low-risk deals auto-approve with zero human touch.</a:t>
            </a:r>
          </a:p>
          <a:p>
            <a:pPr algn="l"/>
            <a:r>
              <a:rPr sz="1250" b="0">
                <a:latin typeface="Segoe UI"/>
              </a:rPr>
              <a:t>  4. WaitDecision Robot reaches each approver on 3 channels at once:</a:t>
            </a:r>
          </a:p>
          <a:p>
            <a:pPr algn="l"/>
            <a:r>
              <a:rPr sz="1250" b="0">
                <a:latin typeface="Segoe UI"/>
              </a:rPr>
              <a:t>     Outlook Adaptive Card + Slack DM + Action Center 'wait for task'.</a:t>
            </a:r>
          </a:p>
          <a:p>
            <a:pPr algn="l"/>
            <a:r>
              <a:rPr sz="1250" b="0">
                <a:latin typeface="Segoe UI"/>
              </a:rPr>
              <a:t>  5. AWS Lambda HITL bridge mints a token; any channel resolves the wait.</a:t>
            </a:r>
          </a:p>
          <a:p>
            <a:pPr algn="l"/>
            <a:r>
              <a:rPr sz="1250" b="0">
                <a:latin typeface="Segoe UI"/>
              </a:rPr>
              <a:t>  6. process_response interprets decisions; rejection short-circuits the chain.</a:t>
            </a:r>
          </a:p>
          <a:p>
            <a:pPr algn="l"/>
            <a:r>
              <a:rPr sz="1250" b="0">
                <a:latin typeface="Segoe UI"/>
              </a:rPr>
              <a:t>  7. Slack + Outlook summary to the AE; Data Fabric ApprovalAudit record.</a:t>
            </a:r>
          </a:p>
        </p:txBody>
      </p:sp>
    </p:spTree>
    <p:extLst>
      <p:ext uri="{BB962C8B-B14F-4D97-AF65-F5344CB8AC3E}">
        <p14:creationId xmlns:p14="http://schemas.microsoft.com/office/powerpoint/2010/main" val="388946008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2A98F-0D34-4F65-DE46-AE03205ED290}"/>
            </a:ext>
          </a:extLst>
        </p:cNvPr>
        <p:cNvGrpSpPr/>
        <p:nvPr/>
      </p:nvGrpSpPr>
      <p:grpSpPr>
        <a:xfrm>
          <a:off x="0" y="0"/>
          <a:ext cx="0" cy="0"/>
          <a:chOff x="0" y="0"/>
          <a:chExt cx="0" cy="0"/>
        </a:xfrm>
      </p:grpSpPr>
      <p:sp>
        <p:nvSpPr>
          <p:cNvPr id="2" name="Title 5">
            <a:extLst>
              <a:ext uri="{FF2B5EF4-FFF2-40B4-BE49-F238E27FC236}">
                <a16:creationId xmlns:a16="http://schemas.microsoft.com/office/drawing/2014/main" id="{AD4CB4D1-7370-9D56-91FE-E94FD0B5521C}"/>
              </a:ext>
            </a:extLst>
          </p:cNvPr>
          <p:cNvSpPr txBox="1">
            <a:spLocks/>
          </p:cNvSpPr>
          <p:nvPr/>
        </p:nvSpPr>
        <p:spPr>
          <a:xfrm>
            <a:off x="259203" y="360000"/>
            <a:ext cx="9000000" cy="499928"/>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dirty="0"/>
              <a:t>Benefits and technologies used</a:t>
            </a:r>
            <a:endParaRPr lang="en-MT" dirty="0"/>
          </a:p>
        </p:txBody>
      </p:sp>
      <p:sp>
        <p:nvSpPr>
          <p:cNvPr id="3" name="Slide Number">
            <a:extLst>
              <a:ext uri="{FF2B5EF4-FFF2-40B4-BE49-F238E27FC236}">
                <a16:creationId xmlns:a16="http://schemas.microsoft.com/office/drawing/2014/main" id="{3318ADF4-66DC-932F-99DD-DE3F238E9B1F}"/>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graphicFrame>
        <p:nvGraphicFramePr>
          <p:cNvPr id="4" name="Table 3">
            <a:extLst>
              <a:ext uri="{FF2B5EF4-FFF2-40B4-BE49-F238E27FC236}">
                <a16:creationId xmlns:a16="http://schemas.microsoft.com/office/drawing/2014/main" id="{D6412797-89F7-45B5-CEE9-E11B1345AA3A}"/>
              </a:ext>
            </a:extLst>
          </p:cNvPr>
          <p:cNvGraphicFramePr>
            <a:graphicFrameLocks noGrp="1"/>
          </p:cNvGraphicFramePr>
          <p:nvPr>
            <p:extLst>
              <p:ext uri="{D42A27DB-BD31-4B8C-83A1-F6EECF244321}">
                <p14:modId xmlns:p14="http://schemas.microsoft.com/office/powerpoint/2010/main" val="1692350897"/>
              </p:ext>
            </p:extLst>
          </p:nvPr>
        </p:nvGraphicFramePr>
        <p:xfrm>
          <a:off x="359999" y="1506261"/>
          <a:ext cx="5006658" cy="4991737"/>
        </p:xfrm>
        <a:graphic>
          <a:graphicData uri="http://schemas.openxmlformats.org/drawingml/2006/table">
            <a:tbl>
              <a:tblPr/>
              <a:tblGrid>
                <a:gridCol w="2503329">
                  <a:extLst>
                    <a:ext uri="{9D8B030D-6E8A-4147-A177-3AD203B41FA5}">
                      <a16:colId xmlns:a16="http://schemas.microsoft.com/office/drawing/2014/main" val="1797263825"/>
                    </a:ext>
                  </a:extLst>
                </a:gridCol>
                <a:gridCol w="2503329">
                  <a:extLst>
                    <a:ext uri="{9D8B030D-6E8A-4147-A177-3AD203B41FA5}">
                      <a16:colId xmlns:a16="http://schemas.microsoft.com/office/drawing/2014/main" val="4089649546"/>
                    </a:ext>
                  </a:extLst>
                </a:gridCol>
              </a:tblGrid>
              <a:tr h="997533">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End-user</a:t>
                      </a:r>
                      <a:r>
                        <a:rPr lang="en-US" sz="1800" b="1" i="0" dirty="0">
                          <a:solidFill>
                            <a:srgbClr val="FFFFFF"/>
                          </a:solidFill>
                          <a:effectLst/>
                          <a:latin typeface="Arial" panose="020B0604020202020204" pitchFamily="34" charset="0"/>
                        </a:rPr>
                        <a:t>​</a:t>
                      </a:r>
                      <a:endParaRPr lang="en-US" sz="1800" b="1" i="0" dirty="0">
                        <a:solidFill>
                          <a:srgbClr val="FFFFFF"/>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800" b="0" i="0" u="none" strike="noStrike" dirty="0">
                          <a:solidFill>
                            <a:srgbClr val="000000"/>
                          </a:solidFill>
                          <a:effectLst/>
                          <a:latin typeface="Arial" panose="020B0604020202020204" pitchFamily="34" charset="0"/>
                        </a:rPr>
                        <a:t>Lorem Ipsum</a:t>
                      </a:r>
                      <a:r>
                        <a:rPr lang="en-US" sz="1800" b="1" i="0" dirty="0">
                          <a:solidFill>
                            <a:srgbClr val="FFFFFF"/>
                          </a:solidFill>
                          <a:effectLst/>
                          <a:latin typeface="Arial" panose="020B0604020202020204" pitchFamily="34" charset="0"/>
                        </a:rPr>
                        <a:t>​</a:t>
                      </a:r>
                      <a:endParaRPr lang="en-US" sz="1800" b="1" i="0" dirty="0">
                        <a:solidFill>
                          <a:srgbClr val="FFFFFF"/>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484696175"/>
                  </a:ext>
                </a:extLst>
              </a:tr>
              <a:tr h="997533">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User department</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800" b="0" i="0" u="none" strike="noStrike" dirty="0">
                          <a:solidFill>
                            <a:srgbClr val="000000"/>
                          </a:solidFill>
                          <a:effectLst/>
                          <a:latin typeface="Arial" panose="020B0604020202020204" pitchFamily="34" charset="0"/>
                        </a:rPr>
                        <a:t>Lorem Ipsum</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025955541"/>
                  </a:ext>
                </a:extLst>
              </a:tr>
              <a:tr h="997533">
                <a:tc>
                  <a:txBody>
                    <a:bodyPr/>
                    <a:lstStyle/>
                    <a:p>
                      <a:pPr algn="l" fontAlgn="base">
                        <a:lnSpc>
                          <a:spcPts val="1425"/>
                        </a:lnSpc>
                        <a:buNone/>
                      </a:pPr>
                      <a:r>
                        <a:rPr lang="en-US" sz="1800" b="1" i="0" u="none" strike="noStrike">
                          <a:solidFill>
                            <a:srgbClr val="FFFFFF"/>
                          </a:solidFill>
                          <a:effectLst/>
                          <a:latin typeface="Arial" panose="020B0604020202020204" pitchFamily="34" charset="0"/>
                        </a:rPr>
                        <a:t>Industries</a:t>
                      </a:r>
                      <a:r>
                        <a:rPr lang="en-US" sz="1800" b="0" i="0">
                          <a:solidFill>
                            <a:srgbClr val="000000"/>
                          </a:solidFill>
                          <a:effectLst/>
                          <a:latin typeface="Arial" panose="020B0604020202020204" pitchFamily="34" charset="0"/>
                        </a:rPr>
                        <a:t>​</a:t>
                      </a:r>
                      <a:endParaRPr lang="en-US" sz="1800" b="0" i="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800" b="0" i="0" u="none" strike="noStrike" dirty="0">
                          <a:solidFill>
                            <a:srgbClr val="000000"/>
                          </a:solidFill>
                          <a:effectLst/>
                          <a:latin typeface="Arial" panose="020B0604020202020204" pitchFamily="34" charset="0"/>
                        </a:rPr>
                        <a:t>Lorem Ipsum</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3613447538"/>
                  </a:ext>
                </a:extLst>
              </a:tr>
              <a:tr h="997533">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UiPath products used</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pPr algn="l" fontAlgn="base">
                        <a:lnSpc>
                          <a:spcPts val="1425"/>
                        </a:lnSpc>
                        <a:buNone/>
                      </a:pPr>
                      <a:r>
                        <a:rPr lang="en-US" sz="1800" b="0" i="0" u="none" strike="noStrike">
                          <a:solidFill>
                            <a:srgbClr val="000000"/>
                          </a:solidFill>
                          <a:effectLst/>
                          <a:latin typeface="Arial" panose="020B0604020202020204" pitchFamily="34" charset="0"/>
                        </a:rPr>
                        <a:t>Lorem Ipsum</a:t>
                      </a:r>
                      <a:r>
                        <a:rPr lang="en-US" sz="1800" b="0" i="0">
                          <a:solidFill>
                            <a:srgbClr val="000000"/>
                          </a:solidFill>
                          <a:effectLst/>
                          <a:latin typeface="Arial" panose="020B0604020202020204" pitchFamily="34" charset="0"/>
                        </a:rPr>
                        <a:t>​</a:t>
                      </a:r>
                      <a:endParaRPr lang="en-US" sz="1800" b="0" i="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221151595"/>
                  </a:ext>
                </a:extLst>
              </a:tr>
              <a:tr h="1001605">
                <a:tc>
                  <a:txBody>
                    <a:bodyPr/>
                    <a:lstStyle/>
                    <a:p>
                      <a:pPr algn="l" fontAlgn="base">
                        <a:lnSpc>
                          <a:spcPts val="1425"/>
                        </a:lnSpc>
                        <a:buNone/>
                      </a:pPr>
                      <a:r>
                        <a:rPr lang="en-US" sz="1800" b="1" i="0" u="none" strike="noStrike" dirty="0">
                          <a:solidFill>
                            <a:srgbClr val="FFFFFF"/>
                          </a:solidFill>
                          <a:effectLst/>
                          <a:latin typeface="Arial" panose="020B0604020202020204" pitchFamily="34" charset="0"/>
                        </a:rPr>
                        <a:t>Other - integrations / APIs / technologies used</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tc>
                  <a:txBody>
                    <a:bodyPr/>
                    <a:lstStyle/>
                    <a:p>
                      <a:pPr algn="l" fontAlgn="base">
                        <a:lnSpc>
                          <a:spcPts val="1425"/>
                        </a:lnSpc>
                        <a:buNone/>
                      </a:pPr>
                      <a:r>
                        <a:rPr lang="en-US" sz="1800" b="0" i="0" u="none" strike="noStrike" dirty="0">
                          <a:solidFill>
                            <a:srgbClr val="000000"/>
                          </a:solidFill>
                          <a:effectLst/>
                          <a:latin typeface="Arial" panose="020B0604020202020204" pitchFamily="34" charset="0"/>
                        </a:rPr>
                        <a:t>Lorem Ipsum</a:t>
                      </a:r>
                      <a:r>
                        <a:rPr lang="en-US" sz="1800" b="0" i="0" dirty="0">
                          <a:solidFill>
                            <a:srgbClr val="000000"/>
                          </a:solidFill>
                          <a:effectLst/>
                          <a:latin typeface="Arial" panose="020B0604020202020204" pitchFamily="34" charset="0"/>
                        </a:rPr>
                        <a:t>​</a:t>
                      </a:r>
                      <a:endParaRPr lang="en-US" sz="1800" b="0" i="0" dirty="0">
                        <a:solidFill>
                          <a:srgbClr val="000000"/>
                        </a:solidFill>
                        <a:effectLst/>
                      </a:endParaRP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extLst>
                  <a:ext uri="{0D108BD9-81ED-4DB2-BD59-A6C34878D82A}">
                    <a16:rowId xmlns:a16="http://schemas.microsoft.com/office/drawing/2014/main" val="1265993834"/>
                  </a:ext>
                </a:extLst>
              </a:tr>
            </a:tbl>
          </a:graphicData>
        </a:graphic>
      </p:graphicFrame>
      <p:sp>
        <p:nvSpPr>
          <p:cNvPr id="5" name="Rectangle 1">
            <a:extLst>
              <a:ext uri="{FF2B5EF4-FFF2-40B4-BE49-F238E27FC236}">
                <a16:creationId xmlns:a16="http://schemas.microsoft.com/office/drawing/2014/main" id="{FDDB8F6C-6FD2-1712-F7ED-DE2D595FD1C3}"/>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 Placeholder 25">
            <a:extLst>
              <a:ext uri="{FF2B5EF4-FFF2-40B4-BE49-F238E27FC236}">
                <a16:creationId xmlns:a16="http://schemas.microsoft.com/office/drawing/2014/main" id="{529D93D7-AC19-31FD-0A31-FCBFBA9AFD4D}"/>
              </a:ext>
            </a:extLst>
          </p:cNvPr>
          <p:cNvSpPr>
            <a:spLocks noGrp="1"/>
          </p:cNvSpPr>
          <p:nvPr/>
        </p:nvSpPr>
        <p:spPr>
          <a:xfrm>
            <a:off x="6422266" y="770263"/>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bg1"/>
                </a:solidFill>
              </a:rPr>
              <a:t>Benefits, impact and outcomes</a:t>
            </a:r>
          </a:p>
        </p:txBody>
      </p:sp>
      <p:sp>
        <p:nvSpPr>
          <p:cNvPr id="7" name="Content Placeholder 32">
            <a:extLst>
              <a:ext uri="{FF2B5EF4-FFF2-40B4-BE49-F238E27FC236}">
                <a16:creationId xmlns:a16="http://schemas.microsoft.com/office/drawing/2014/main" id="{AFAA334A-A9E5-9A6B-D433-4770703EF4AD}"/>
              </a:ext>
            </a:extLst>
          </p:cNvPr>
          <p:cNvSpPr txBox="1">
            <a:spLocks/>
          </p:cNvSpPr>
          <p:nvPr/>
        </p:nvSpPr>
        <p:spPr>
          <a:xfrm>
            <a:off x="6318751" y="1506260"/>
            <a:ext cx="5500550"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85750" indent="-285750" algn="l">
              <a:buFont typeface="Arial" panose="020B0604020202020204" pitchFamily="34" charset="0"/>
              <a:buChar char="•"/>
            </a:pPr>
            <a:r>
              <a:rPr sz="1200" b="0">
                <a:latin typeface="Segoe UI"/>
              </a:rPr>
              <a:t>For the Opportunity Owner (AE):</a:t>
            </a:r>
          </a:p>
          <a:p>
            <a:pPr algn="l"/>
            <a:r>
              <a:rPr sz="1200" b="0">
                <a:latin typeface="Segoe UI"/>
              </a:rPr>
              <a:t>  - No chasing managers: agent routes, robot sends, BPMN tracks.</a:t>
            </a:r>
          </a:p>
          <a:p>
            <a:pPr algn="l"/>
            <a:r>
              <a:rPr sz="1200" b="0">
                <a:latin typeface="Segoe UI"/>
              </a:rPr>
              <a:t>  - Slack DM + Outlook summary with the full decision trail at the end.</a:t>
            </a:r>
          </a:p>
          <a:p>
            <a:pPr algn="l"/>
            <a:r>
              <a:rPr sz="1200" b="0">
                <a:latin typeface="Segoe UI"/>
              </a:rPr>
              <a:t>  - Low-risk deals (&lt;=5% / &lt;=$50k) clear with ZERO human touch.</a:t>
            </a:r>
          </a:p>
          <a:p>
            <a:pPr algn="l"/>
          </a:p>
          <a:p>
            <a:pPr algn="l"/>
            <a:r>
              <a:rPr sz="1200" b="0">
                <a:latin typeface="Segoe UI"/>
              </a:rPr>
              <a:t>For the business:</a:t>
            </a:r>
          </a:p>
          <a:p>
            <a:pPr algn="l"/>
            <a:r>
              <a:rPr sz="1200" b="0">
                <a:latin typeface="Segoe UI"/>
              </a:rPr>
              <a:t>  - Consistent policy applied identically via the risk-score formula.</a:t>
            </a:r>
          </a:p>
          <a:p>
            <a:pPr algn="l"/>
            <a:r>
              <a:rPr sz="1200" b="0">
                <a:latin typeface="Segoe UI"/>
              </a:rPr>
              <a:t>  - Rejection short-circuits the chain (no wasted approver time).</a:t>
            </a:r>
          </a:p>
          <a:p>
            <a:pPr algn="l"/>
            <a:r>
              <a:rPr sz="1200" b="0">
                <a:latin typeface="Segoe UI"/>
              </a:rPr>
              <a:t>  - Data Fabric logs the agent recommendation vs. each human decision.</a:t>
            </a:r>
          </a:p>
        </p:txBody>
      </p:sp>
      <p:sp>
        <p:nvSpPr>
          <p:cNvPr id="8" name="Text Placeholder 25">
            <a:extLst>
              <a:ext uri="{FF2B5EF4-FFF2-40B4-BE49-F238E27FC236}">
                <a16:creationId xmlns:a16="http://schemas.microsoft.com/office/drawing/2014/main" id="{41C52358-4F5E-423D-E7FA-F4BB97C68355}"/>
              </a:ext>
            </a:extLst>
          </p:cNvPr>
          <p:cNvSpPr>
            <a:spLocks noGrp="1"/>
          </p:cNvSpPr>
          <p:nvPr/>
        </p:nvSpPr>
        <p:spPr>
          <a:xfrm>
            <a:off x="359999" y="810000"/>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150" b="1">
                <a:latin typeface="Segoe UI"/>
              </a:rPr>
              <a:t>Technologies (verified live Jun 22 2026):</a:t>
            </a:r>
          </a:p>
          <a:p>
            <a:pPr algn="l"/>
            <a:r>
              <a:rPr sz="1150" b="0">
                <a:latin typeface="Segoe UI"/>
              </a:rPr>
              <a:t>  Coded Agents (Python + LangGraph): plan, render, process_response</a:t>
            </a:r>
          </a:p>
          <a:p>
            <a:pPr algn="l"/>
            <a:r>
              <a:rPr sz="1150" b="0">
                <a:latin typeface="Segoe UI"/>
              </a:rPr>
              <a:t>  Maestro BPMN 2.0: sequential multi-instance loop, completionCondition</a:t>
            </a:r>
          </a:p>
          <a:p>
            <a:pPr algn="l"/>
            <a:r>
              <a:rPr sz="1150" b="0">
                <a:latin typeface="Segoe UI"/>
              </a:rPr>
              <a:t>  WaitDecision Robot (UiPath RPA + Persistence): all three channels</a:t>
            </a:r>
          </a:p>
          <a:p>
            <a:pPr algn="l"/>
            <a:r>
              <a:rPr sz="1150" b="0">
                <a:latin typeface="Segoe UI"/>
              </a:rPr>
              <a:t>  Action Center: external task 'wait for task' (Deal Desk catalog)</a:t>
            </a:r>
          </a:p>
          <a:p>
            <a:pPr algn="l"/>
            <a:r>
              <a:rPr sz="1150" b="0">
                <a:latin typeface="Segoe UI"/>
              </a:rPr>
              <a:t>  Outlook Adaptive Card: originator 61fed71d, Action.Http buttons, HTML fallback</a:t>
            </a:r>
          </a:p>
          <a:p>
            <a:pPr algn="l"/>
            <a:r>
              <a:rPr sz="1150" b="0">
                <a:latin typeface="Segoe UI"/>
              </a:rPr>
              <a:t>  Slack Block Kit: DM to approver + requester</a:t>
            </a:r>
          </a:p>
          <a:p>
            <a:pPr algn="l"/>
            <a:r>
              <a:rPr sz="1150" b="0">
                <a:latin typeface="Segoe UI"/>
              </a:rPr>
              <a:t>  AWS Lambda + CloudFront: HITL bridge for the approval loop</a:t>
            </a:r>
          </a:p>
          <a:p>
            <a:pPr algn="l"/>
            <a:r>
              <a:rPr sz="1150" b="0">
                <a:latin typeface="Segoe UI"/>
              </a:rPr>
              <a:t>  AgentHub MCP: Salesforce DealDesk MCP (live IS, read-only SOQL)</a:t>
            </a:r>
          </a:p>
          <a:p>
            <a:pPr algn="l"/>
            <a:r>
              <a:rPr sz="1150" b="0">
                <a:latin typeface="Segoe UI"/>
              </a:rPr>
              <a:t>  Data Fabric: ApprovalAudit; deployed to Shared/DealDeskApprovalGlobal</a:t>
            </a:r>
          </a:p>
        </p:txBody>
      </p:sp>
    </p:spTree>
    <p:extLst>
      <p:ext uri="{BB962C8B-B14F-4D97-AF65-F5344CB8AC3E}">
        <p14:creationId xmlns:p14="http://schemas.microsoft.com/office/powerpoint/2010/main" val="92073182"/>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5ABE-B1E7-E0F4-F9C1-1C0EF8D99D9D}"/>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769EFCAF-5C74-EB05-21F5-2D2BC2E0EABB}"/>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
        <p:nvSpPr>
          <p:cNvPr id="5" name="Rectangle 1">
            <a:extLst>
              <a:ext uri="{FF2B5EF4-FFF2-40B4-BE49-F238E27FC236}">
                <a16:creationId xmlns:a16="http://schemas.microsoft.com/office/drawing/2014/main" id="{D988C2DD-493B-5D96-F19B-E505FAFF2D0F}"/>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 name="Title 2">
            <a:extLst>
              <a:ext uri="{FF2B5EF4-FFF2-40B4-BE49-F238E27FC236}">
                <a16:creationId xmlns:a16="http://schemas.microsoft.com/office/drawing/2014/main" id="{E33809C1-421A-FEE4-C2CB-3DA05EF49DDB}"/>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a:t>Solution architecture</a:t>
            </a:r>
            <a:endParaRPr lang="en-MT" dirty="0"/>
          </a:p>
        </p:txBody>
      </p:sp>
      <p:sp>
        <p:nvSpPr>
          <p:cNvPr id="4" name="Content Placeholder 32">
            <a:extLst>
              <a:ext uri="{FF2B5EF4-FFF2-40B4-BE49-F238E27FC236}">
                <a16:creationId xmlns:a16="http://schemas.microsoft.com/office/drawing/2014/main" id="{03A6AAA2-CFF2-6048-0FF5-456004E6B92D}"/>
              </a:ext>
            </a:extLst>
          </p:cNvPr>
          <p:cNvSpPr txBox="1">
            <a:spLocks/>
          </p:cNvSpPr>
          <p:nvPr/>
        </p:nvSpPr>
        <p:spPr>
          <a:xfrm>
            <a:off x="359999" y="1506260"/>
            <a:ext cx="11459302"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000" b="0">
                <a:latin typeface="Segoe UI"/>
              </a:rPr>
              <a:t>Salesforce event -&gt; Maestro BPMN -&gt; plan agent:</a:t>
            </a:r>
            <a:endParaRPr lang="en-US" sz="1800" b="0" dirty="0">
              <a:solidFill>
                <a:schemeClr val="bg1"/>
              </a:solidFill>
            </a:endParaRPr>
          </a:p>
          <a:p>
            <a:pPr algn="l"/>
            <a:r>
              <a:rPr sz="1000" b="0">
                <a:latin typeface="Segoe UI"/>
              </a:rPr>
              <a:t>  AgentHub MCP queries live Salesforce; org chart -&gt; approver chain</a:t>
            </a:r>
          </a:p>
          <a:p>
            <a:pPr algn="l"/>
            <a:r>
              <a:rPr sz="1000" b="0">
                <a:latin typeface="Segoe UI"/>
              </a:rPr>
              <a:t>  risk_score + LLM reasoning -&gt; RoutingPlan (disposition + rationale + chain)</a:t>
            </a:r>
          </a:p>
          <a:p>
            <a:pPr algn="l"/>
          </a:p>
          <a:p>
            <a:pPr algn="l"/>
            <a:r>
              <a:rPr sz="1000" b="0">
                <a:latin typeface="Segoe UI"/>
              </a:rPr>
              <a:t>Disposition gateway:</a:t>
            </a:r>
          </a:p>
          <a:p>
            <a:pPr algn="l"/>
            <a:r>
              <a:rPr sz="1000" b="0">
                <a:latin typeface="Segoe UI"/>
              </a:rPr>
              <a:t>  auto_approve   -&gt; Slack + Outlook to AE + Data Fabric audit (zero touch)</a:t>
            </a:r>
          </a:p>
          <a:p>
            <a:pPr algn="l"/>
            <a:r>
              <a:rPr sz="1000" b="0">
                <a:latin typeface="Segoe UI"/>
              </a:rPr>
              <a:t>  exception      -&gt; immediate human review</a:t>
            </a:r>
          </a:p>
          <a:p>
            <a:pPr algn="l"/>
            <a:r>
              <a:rPr sz="1000" b="0">
                <a:latin typeface="Segoe UI"/>
              </a:rPr>
              <a:t>  needs_approval -&gt; sequential approver loop (per approver):</a:t>
            </a:r>
          </a:p>
          <a:p>
            <a:pPr algn="l"/>
            <a:r>
              <a:rPr sz="1000" b="0">
                <a:latin typeface="Segoe UI"/>
              </a:rPr>
              <a:t>    render agent builds the approval payload</a:t>
            </a:r>
          </a:p>
          <a:p>
            <a:pPr algn="l"/>
            <a:r>
              <a:rPr sz="1000" b="0">
                <a:latin typeface="Segoe UI"/>
              </a:rPr>
              <a:t>    WaitDecision Robot: Outlook Adaptive Card + Slack DM + Action Center task</a:t>
            </a:r>
          </a:p>
          <a:p>
            <a:pPr algn="l"/>
            <a:r>
              <a:rPr sz="1000" b="0">
                <a:latin typeface="Segoe UI"/>
              </a:rPr>
              <a:t>    AWS Lambda HITL bridge mints token; suspend via UiPath.Persistence</a:t>
            </a:r>
          </a:p>
          <a:p>
            <a:pPr algn="l"/>
            <a:r>
              <a:rPr sz="1000" b="0">
                <a:latin typeface="Segoe UI"/>
              </a:rPr>
              <a:t>    Approver decides on any channel -&gt; robot resumes -&gt; process_response</a:t>
            </a:r>
          </a:p>
          <a:p>
            <a:pPr algn="l"/>
            <a:r>
              <a:rPr sz="1000" b="0">
                <a:latin typeface="Segoe UI"/>
              </a:rPr>
              <a:t>    Rejection short-circuits (BPMN completionCondition)</a:t>
            </a:r>
          </a:p>
          <a:p>
            <a:pPr algn="l"/>
          </a:p>
          <a:p>
            <a:pPr algn="l"/>
            <a:r>
              <a:rPr sz="1000" b="0">
                <a:latin typeface="Segoe UI"/>
              </a:rPr>
              <a:t>On completion: Slack DM + Outlook summary to AE -&gt; Data Fabric ApprovalAudit</a:t>
            </a:r>
          </a:p>
        </p:txBody>
      </p:sp>
    </p:spTree>
    <p:extLst>
      <p:ext uri="{BB962C8B-B14F-4D97-AF65-F5344CB8AC3E}">
        <p14:creationId xmlns:p14="http://schemas.microsoft.com/office/powerpoint/2010/main" val="210372654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16939-4992-93D2-F302-D02CECF6C8D1}"/>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6C4E72B3-93AC-C753-7A84-C1CD66A5B0E1}"/>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5" name="Rectangle 1">
            <a:extLst>
              <a:ext uri="{FF2B5EF4-FFF2-40B4-BE49-F238E27FC236}">
                <a16:creationId xmlns:a16="http://schemas.microsoft.com/office/drawing/2014/main" id="{01843E0A-2036-C699-04BE-44B828C31B55}"/>
              </a:ext>
            </a:extLst>
          </p:cNvPr>
          <p:cNvSpPr>
            <a:spLocks noChangeArrowheads="1"/>
          </p:cNvSpPr>
          <p:nvPr/>
        </p:nvSpPr>
        <p:spPr bwMode="auto">
          <a:xfrm>
            <a:off x="359999" y="859929"/>
            <a:ext cx="1039831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a:spcBef>
                <a:spcPct val="0"/>
              </a:spcBef>
              <a:spcAft>
                <a:spcPct val="0"/>
              </a:spcAft>
              <a:defRPr>
                <a:solidFill>
                  <a:schemeClr val="tx1"/>
                </a:solidFill>
                <a:latin typeface="Arial" panose="020B0604020202020204" pitchFamily="34" charset="0"/>
              </a:defRPr>
            </a:lvl1pPr>
            <a:lvl2pPr marL="457200" eaLnBrk="0" fontAlgn="base">
              <a:spcBef>
                <a:spcPct val="0"/>
              </a:spcBef>
              <a:spcAft>
                <a:spcPct val="0"/>
              </a:spcAft>
              <a:defRPr>
                <a:solidFill>
                  <a:schemeClr val="tx1"/>
                </a:solidFill>
                <a:latin typeface="Arial" panose="020B0604020202020204" pitchFamily="34" charset="0"/>
              </a:defRPr>
            </a:lvl2pPr>
            <a:lvl3pPr marL="914400" eaLnBrk="0" fontAlgn="base">
              <a:spcBef>
                <a:spcPct val="0"/>
              </a:spcBef>
              <a:spcAft>
                <a:spcPct val="0"/>
              </a:spcAft>
              <a:defRPr>
                <a:solidFill>
                  <a:schemeClr val="tx1"/>
                </a:solidFill>
                <a:latin typeface="Arial" panose="020B0604020202020204" pitchFamily="34" charset="0"/>
              </a:defRPr>
            </a:lvl3pPr>
            <a:lvl4pPr marL="1371600" eaLnBrk="0" fontAlgn="base">
              <a:spcBef>
                <a:spcPct val="0"/>
              </a:spcBef>
              <a:spcAft>
                <a:spcPct val="0"/>
              </a:spcAft>
              <a:defRPr>
                <a:solidFill>
                  <a:schemeClr val="tx1"/>
                </a:solidFill>
                <a:latin typeface="Arial" panose="020B0604020202020204" pitchFamily="34" charset="0"/>
              </a:defRPr>
            </a:lvl4pPr>
            <a:lvl5pPr marL="1828800" eaLnBrk="0" fontAlgn="base">
              <a:spcBef>
                <a:spcPct val="0"/>
              </a:spcBef>
              <a:spcAft>
                <a:spcPct val="0"/>
              </a:spcAft>
              <a:defRPr>
                <a:solidFill>
                  <a:schemeClr val="tx1"/>
                </a:solidFill>
                <a:latin typeface="Arial" panose="020B0604020202020204" pitchFamily="34" charset="0"/>
              </a:defRPr>
            </a:lvl5pPr>
            <a:lvl6pPr marL="2286000" eaLnBrk="0" fontAlgn="base">
              <a:spcBef>
                <a:spcPct val="0"/>
              </a:spcBef>
              <a:spcAft>
                <a:spcPct val="0"/>
              </a:spcAft>
              <a:defRPr>
                <a:solidFill>
                  <a:schemeClr val="tx1"/>
                </a:solidFill>
                <a:latin typeface="Arial" panose="020B0604020202020204" pitchFamily="34" charset="0"/>
              </a:defRPr>
            </a:lvl6pPr>
            <a:lvl7pPr marL="2743200" eaLnBrk="0" fontAlgn="base">
              <a:spcBef>
                <a:spcPct val="0"/>
              </a:spcBef>
              <a:spcAft>
                <a:spcPct val="0"/>
              </a:spcAft>
              <a:defRPr>
                <a:solidFill>
                  <a:schemeClr val="tx1"/>
                </a:solidFill>
                <a:latin typeface="Arial" panose="020B0604020202020204" pitchFamily="34" charset="0"/>
              </a:defRPr>
            </a:lvl7pPr>
            <a:lvl8pPr marL="3200400" eaLnBrk="0" fontAlgn="base">
              <a:spcBef>
                <a:spcPct val="0"/>
              </a:spcBef>
              <a:spcAft>
                <a:spcPct val="0"/>
              </a:spcAft>
              <a:defRPr>
                <a:solidFill>
                  <a:schemeClr val="tx1"/>
                </a:solidFill>
                <a:latin typeface="Arial" panose="020B0604020202020204" pitchFamily="34" charset="0"/>
              </a:defRPr>
            </a:lvl8pPr>
            <a:lvl9pPr marL="3657600" eaLnBrk="0" fontAlgn="base">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 name="Title 2">
            <a:extLst>
              <a:ext uri="{FF2B5EF4-FFF2-40B4-BE49-F238E27FC236}">
                <a16:creationId xmlns:a16="http://schemas.microsoft.com/office/drawing/2014/main" id="{BEFB8217-129D-D95A-BB32-442DB9B98EF6}"/>
              </a:ext>
            </a:extLst>
          </p:cNvPr>
          <p:cNvSpPr txBox="1">
            <a:spLocks/>
          </p:cNvSpPr>
          <p:nvPr/>
        </p:nvSpPr>
        <p:spPr>
          <a:xfrm>
            <a:off x="359999" y="518044"/>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pPr algn="l"/>
            <a:r>
              <a:rPr sz="2400" b="1">
                <a:latin typeface="Segoe UI"/>
              </a:rPr>
              <a:t>Three demo scenarios</a:t>
            </a:r>
            <a:endParaRPr lang="en-MT" dirty="0"/>
          </a:p>
        </p:txBody>
      </p:sp>
      <p:sp>
        <p:nvSpPr>
          <p:cNvPr id="6" name="Content Placeholder 32">
            <a:extLst>
              <a:ext uri="{FF2B5EF4-FFF2-40B4-BE49-F238E27FC236}">
                <a16:creationId xmlns:a16="http://schemas.microsoft.com/office/drawing/2014/main" id="{923C445F-3F02-3F28-536A-78F2019EEC9B}"/>
              </a:ext>
            </a:extLst>
          </p:cNvPr>
          <p:cNvSpPr txBox="1">
            <a:spLocks/>
          </p:cNvSpPr>
          <p:nvPr/>
        </p:nvSpPr>
        <p:spPr>
          <a:xfrm>
            <a:off x="359999" y="1506260"/>
            <a:ext cx="11459302"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200" b="0">
                <a:latin typeface="Segoe UI"/>
              </a:rPr>
              <a:t>Live test results - Jun 22 2026 (all channels verified):</a:t>
            </a:r>
          </a:p>
          <a:p>
            <a:pPr algn="l"/>
            <a:r>
              <a:rPr sz="1200" b="0">
                <a:latin typeface="Segoe UI"/>
              </a:rPr>
              <a:t>  TEST-001: GlobalTech $120k/18% -&gt; Approve (within policy)</a:t>
            </a:r>
          </a:p>
          <a:p>
            <a:pPr algn="l"/>
            <a:r>
              <a:rPr sz="1200" b="0">
                <a:latin typeface="Segoe UI"/>
              </a:rPr>
              <a:t>  TEST-002: MegaCorp $350k/32%  -&gt; Approve with conditions (escalation)</a:t>
            </a:r>
          </a:p>
          <a:p>
            <a:pPr algn="l"/>
            <a:r>
              <a:rPr sz="1200" b="0">
                <a:latin typeface="Segoe UI"/>
              </a:rPr>
              <a:t>  TEST-003: StartupXYZ $28k/45% -&gt; Reject (margin impact too high)</a:t>
            </a:r>
          </a:p>
          <a:p>
            <a:pPr algn="l"/>
            <a:r>
              <a:rPr sz="1200" b="0">
                <a:latin typeface="Segoe UI"/>
              </a:rPr>
              <a:t>  TEST-004: Pharma $780k/22%    -&gt; Approve (enterprise, Finance pre-approved)</a:t>
            </a:r>
          </a:p>
          <a:p>
            <a:pPr algn="l"/>
            <a:r>
              <a:rPr sz="1200" b="0">
                <a:latin typeface="Segoe UI"/>
              </a:rPr>
              <a:t>  Outlook Adaptive Card | Slack DM | Action Center  - all verified</a:t>
            </a:r>
          </a:p>
          <a:p>
            <a:pPr algn="l"/>
          </a:p>
          <a:p>
            <a:pPr algn="l"/>
            <a:r>
              <a:rPr sz="1200" b="0">
                <a:latin typeface="Segoe UI"/>
              </a:rPr>
              <a:t>Scenario 1 - Auto-approve (4% / $30k): zero human touches.</a:t>
            </a:r>
          </a:p>
          <a:p>
            <a:pPr algn="l"/>
            <a:r>
              <a:rPr sz="1200" b="0">
                <a:latin typeface="Segoe UI"/>
              </a:rPr>
              <a:t>Scenario 2 - One approver (8% / $40k): Adaptive Card + Slack to Manager.</a:t>
            </a:r>
          </a:p>
          <a:p>
            <a:pPr algn="l"/>
            <a:r>
              <a:rPr sz="1200" b="0">
                <a:latin typeface="Segoe UI"/>
              </a:rPr>
              <a:t>Scenario 3 - Full chain (30% / $1.2M): four sequential approvers; rejection</a:t>
            </a:r>
          </a:p>
          <a:p>
            <a:pPr algn="l"/>
            <a:r>
              <a:rPr sz="1200" b="0">
                <a:latin typeface="Segoe UI"/>
              </a:rPr>
              <a:t>  short-circuits; full Data Fabric audit trail.</a:t>
            </a:r>
          </a:p>
        </p:txBody>
      </p:sp>
    </p:spTree>
    <p:extLst>
      <p:ext uri="{BB962C8B-B14F-4D97-AF65-F5344CB8AC3E}">
        <p14:creationId xmlns:p14="http://schemas.microsoft.com/office/powerpoint/2010/main" val="189117309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158FD-BD27-6FA8-1273-E9EC258BED5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2E1806CF-B883-489C-2357-0C8CD1471272}"/>
              </a:ext>
            </a:extLst>
          </p:cNvPr>
          <p:cNvSpPr>
            <a:spLocks noGrp="1"/>
          </p:cNvSpPr>
          <p:nvPr>
            <p:ph type="title"/>
          </p:nvPr>
        </p:nvSpPr>
        <p:spPr/>
        <p:txBody>
          <a:bodyPr/>
          <a:lstStyle/>
          <a:p>
            <a:pPr algn="l"/>
            <a:r>
              <a:rPr sz="2400" b="1">
                <a:latin typeface="Segoe UI"/>
              </a:rPr>
              <a:t>Every Deal Desk should work like this.</a:t>
            </a:r>
          </a:p>
          <a:p>
            <a:pPr algn="l"/>
            <a:r>
              <a:rPr sz="2400" b="0">
                <a:latin typeface="Segoe UI"/>
              </a:rPr>
              <a:t>Collect. Reason. Route. Sign-off. Audit. Automatically.</a:t>
            </a:r>
          </a:p>
          <a:p>
            <a:pPr algn="l"/>
          </a:p>
          <a:p>
            <a:pPr algn="l"/>
            <a:r>
              <a:rPr sz="2400" b="0">
                <a:latin typeface="Segoe UI"/>
              </a:rPr>
              <a:t>Track 2: Maestro BPMN  |  Coding-agent bonus  |  Runs on Automation Cloud</a:t>
            </a:r>
          </a:p>
        </p:txBody>
      </p:sp>
    </p:spTree>
    <p:extLst>
      <p:ext uri="{BB962C8B-B14F-4D97-AF65-F5344CB8AC3E}">
        <p14:creationId xmlns:p14="http://schemas.microsoft.com/office/powerpoint/2010/main" val="62120523"/>
      </p:ext>
    </p:extLst>
  </p:cSld>
  <p:clrMapOvr>
    <a:masterClrMapping/>
  </p:clrMapOvr>
  <p:transition spd="med"/>
</p:sld>
</file>

<file path=ppt/theme/theme1.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Presentation1" id="{E0D1C449-7FB6-E94B-836A-309631D964BC}" vid="{36C921A7-E0A5-4546-8255-4EC35B91BE8A}"/>
    </a:ext>
  </a:extLst>
</a:theme>
</file>

<file path=ppt/theme/theme2.xml><?xml version="1.0" encoding="utf-8"?>
<a:theme xmlns:a="http://schemas.openxmlformats.org/drawingml/2006/main" name="Primary Presentation Layouts">
  <a:themeElements>
    <a:clrScheme name="Primary Presentation Layouts">
      <a:dk1>
        <a:srgbClr val="000000"/>
      </a:dk1>
      <a:lt1>
        <a:srgbClr val="FFFFFF"/>
      </a:lt1>
      <a:dk2>
        <a:srgbClr val="9D9D9D"/>
      </a:dk2>
      <a:lt2>
        <a:srgbClr val="A32200"/>
      </a:lt2>
      <a:accent1>
        <a:srgbClr val="FCC0C5"/>
      </a:accent1>
      <a:accent2>
        <a:srgbClr val="5BCBDE"/>
      </a:accent2>
      <a:accent3>
        <a:srgbClr val="F6F6F6"/>
      </a:accent3>
      <a:accent4>
        <a:srgbClr val="434648"/>
      </a:accent4>
      <a:accent5>
        <a:srgbClr val="FFCBFF"/>
      </a:accent5>
      <a:accent6>
        <a:srgbClr val="1168CD"/>
      </a:accent6>
      <a:hlink>
        <a:srgbClr val="0000FF"/>
      </a:hlink>
      <a:folHlink>
        <a:srgbClr val="FF00FF"/>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586BB0CA657274B8C976C7E0436D499" ma:contentTypeVersion="22" ma:contentTypeDescription="Create a new document." ma:contentTypeScope="" ma:versionID="089dd435892c48914cdcc61cad93c74c">
  <xsd:schema xmlns:xsd="http://www.w3.org/2001/XMLSchema" xmlns:xs="http://www.w3.org/2001/XMLSchema" xmlns:p="http://schemas.microsoft.com/office/2006/metadata/properties" xmlns:ns1="http://schemas.microsoft.com/sharepoint/v3" xmlns:ns2="5480af4b-b6c5-4b62-abbf-9db793521990" xmlns:ns3="f5f250e4-2cf5-4e3d-922a-2a876ee07fc4" targetNamespace="http://schemas.microsoft.com/office/2006/metadata/properties" ma:root="true" ma:fieldsID="ab69233260927e1bd6ddfe9e60c5ce62" ns1:_="" ns2:_="" ns3:_="">
    <xsd:import namespace="http://schemas.microsoft.com/sharepoint/v3"/>
    <xsd:import namespace="5480af4b-b6c5-4b62-abbf-9db793521990"/>
    <xsd:import namespace="f5f250e4-2cf5-4e3d-922a-2a876ee07fc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2:MediaServiceDateTaken" minOccurs="0"/>
                <xsd:element ref="ns2:MediaServiceLocation" minOccurs="0"/>
                <xsd:element ref="ns2:MediaLengthInSeconds" minOccurs="0"/>
                <xsd:element ref="ns2:lcf76f155ced4ddcb4097134ff3c332f" minOccurs="0"/>
                <xsd:element ref="ns3:TaxCatchAll" minOccurs="0"/>
                <xsd:element ref="ns2:July" minOccurs="0"/>
                <xsd:element ref="ns2:MediaServiceSearchProperties" minOccurs="0"/>
                <xsd:element ref="ns2:MediaServiceObjectDetectorVersions"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8" nillable="true" ma:displayName="Unified Compliance Policy Properties" ma:hidden="true" ma:internalName="_ip_UnifiedCompliancePolicyProperties">
      <xsd:simpleType>
        <xsd:restriction base="dms:Note"/>
      </xsd:simpleType>
    </xsd:element>
    <xsd:element name="_ip_UnifiedCompliancePolicyUIAction" ma:index="2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80af4b-b6c5-4b62-abbf-9db79352199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aa64814-f827-41fa-8057-0fb5da987058" ma:termSetId="09814cd3-568e-fe90-9814-8d621ff8fb84" ma:anchorId="fba54fb3-c3e1-fe81-a776-ca4b69148c4d" ma:open="true" ma:isKeyword="false">
      <xsd:complexType>
        <xsd:sequence>
          <xsd:element ref="pc:Terms" minOccurs="0" maxOccurs="1"/>
        </xsd:sequence>
      </xsd:complexType>
    </xsd:element>
    <xsd:element name="July" ma:index="24" nillable="true" ma:displayName="July" ma:default="2023-01-31T00:00:00Z" ma:format="DateOnly" ma:internalName="July">
      <xsd:simpleType>
        <xsd:restriction base="dms:DateTime"/>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5f250e4-2cf5-4e3d-922a-2a876ee07fc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00aa707c-1209-4a5e-baba-bf9dbd791563}" ma:internalName="TaxCatchAll" ma:showField="CatchAllData" ma:web="f5f250e4-2cf5-4e3d-922a-2a876ee07f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480af4b-b6c5-4b62-abbf-9db793521990">
      <Terms xmlns="http://schemas.microsoft.com/office/infopath/2007/PartnerControls"/>
    </lcf76f155ced4ddcb4097134ff3c332f>
    <TaxCatchAll xmlns="f5f250e4-2cf5-4e3d-922a-2a876ee07fc4" xsi:nil="true"/>
    <July xmlns="5480af4b-b6c5-4b62-abbf-9db793521990">2023-01-31T00:00:00+00:00</July>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A833EDC0-866E-4DC3-8CC5-83B041C91F15}">
  <ds:schemaRefs>
    <ds:schemaRef ds:uri="http://schemas.microsoft.com/sharepoint/v3/contenttype/forms"/>
  </ds:schemaRefs>
</ds:datastoreItem>
</file>

<file path=customXml/itemProps2.xml><?xml version="1.0" encoding="utf-8"?>
<ds:datastoreItem xmlns:ds="http://schemas.openxmlformats.org/officeDocument/2006/customXml" ds:itemID="{2080B887-0E6F-4A31-9619-EC346D26A7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80af4b-b6c5-4b62-abbf-9db793521990"/>
    <ds:schemaRef ds:uri="f5f250e4-2cf5-4e3d-922a-2a876ee07f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6114350-ED84-4028-A932-6660292FDA82}">
  <ds:schemaRefs>
    <ds:schemaRef ds:uri="http://purl.org/dc/terms/"/>
    <ds:schemaRef ds:uri="f5f250e4-2cf5-4e3d-922a-2a876ee07fc4"/>
    <ds:schemaRef ds:uri="http://schemas.microsoft.com/office/infopath/2007/PartnerControls"/>
    <ds:schemaRef ds:uri="http://purl.org/dc/dcmitype/"/>
    <ds:schemaRef ds:uri="http://schemas.microsoft.com/office/2006/documentManagement/types"/>
    <ds:schemaRef ds:uri="http://www.w3.org/XML/1998/namespace"/>
    <ds:schemaRef ds:uri="http://schemas.openxmlformats.org/package/2006/metadata/core-properties"/>
    <ds:schemaRef ds:uri="http://purl.org/dc/elements/1.1/"/>
    <ds:schemaRef ds:uri="http://schemas.microsoft.com/sharepoint/v3"/>
    <ds:schemaRef ds:uri="5480af4b-b6c5-4b62-abbf-9db793521990"/>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UiP001 Master PPT Refresh 20250502 1</Template>
  <TotalTime>9</TotalTime>
  <Words>251</Words>
  <Application>Microsoft Office PowerPoint</Application>
  <PresentationFormat>Custom</PresentationFormat>
  <Paragraphs>46</Paragraphs>
  <Slides>7</Slides>
  <Notes>0</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Primary Presentation Layouts</vt:lpstr>
      <vt:lpstr>Presentation title goes here in maximum 2 lines.</vt:lpstr>
      <vt:lpstr>PowerPoint Presentation</vt:lpstr>
      <vt:lpstr>Problem statement and proposed solution</vt:lpstr>
      <vt:lpstr>PowerPoint Presentation</vt:lpstr>
      <vt:lpstr>PowerPoint Presentation</vt:lpstr>
      <vt:lpstr>PowerPoint Presentation</vt:lpstr>
      <vt:lpstr>Closing message goes here.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Andreea Tomescu</dc:creator>
  <cp:keywords/>
  <dc:description/>
  <cp:lastModifiedBy>Ana-Maria Bulhac</cp:lastModifiedBy>
  <cp:revision>2</cp:revision>
  <dcterms:created xsi:type="dcterms:W3CDTF">2025-06-06T15:41:05Z</dcterms:created>
  <dcterms:modified xsi:type="dcterms:W3CDTF">2026-05-14T18:01:11Z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0x0101006586BB0CA657274B8C976C7E0436D499</vt:lpwstr>
  </property>
  <property fmtid="{D5CDD505-2E9C-101B-9397-08002B2CF9AE}" pid="3" name="MediaServiceImageTags">
    <vt:lpwstr/>
  </property>
</Properties>
</file>
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12"/>
  </p:notesMasterIdLst>
  <p:handoutMasterIdLst>
    <p:handoutMasterId r:id="rId13"/>
  </p:handoutMasterIdLst>
  <p:sldIdLst>
    <p:sldId id="337" r:id="rId5"/>
    <p:sldId id="354" r:id="rId6"/>
    <p:sldId id="342" r:id="rId7"/>
    <p:sldId id="372" r:id="rId8"/>
    <p:sldId id="374" r:id="rId9"/>
    <p:sldId id="375" r:id="rId10"/>
    <p:sldId id="370" r:id="rId11"/>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1pPr>
    <a:lvl2pPr marL="0" marR="0" indent="457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2pPr>
    <a:lvl3pPr marL="0" marR="0" indent="914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3pPr>
    <a:lvl4pPr marL="0" marR="0" indent="1371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4pPr>
    <a:lvl5pPr marL="0" marR="0" indent="18288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5pPr>
    <a:lvl6pPr marL="0" marR="0" indent="22860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6pPr>
    <a:lvl7pPr marL="0" marR="0" indent="27432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7pPr>
    <a:lvl8pPr marL="0" marR="0" indent="32004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8pPr>
    <a:lvl9pPr marL="0" marR="0" indent="365760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lvl9pPr>
  </p:defaultTextStyle>
  <p:extLst>
    <p:ext uri="{521415D9-36F7-43E2-AB2F-B90AF26B5E84}">
      <p14:sectionLst xmlns:p14="http://schemas.microsoft.com/office/powerpoint/2010/main">
        <p14:section name="Default Section" id="{6C324C1D-D0BD-8043-9069-CA71A62BB3BD}">
          <p14:sldIdLst>
            <p14:sldId id="337"/>
            <p14:sldId id="354"/>
            <p14:sldId id="342"/>
            <p14:sldId id="372"/>
            <p14:sldId id="374"/>
            <p14:sldId id="375"/>
            <p14:sldId id="3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A2B3"/>
    <a:srgbClr val="C861C8"/>
    <a:srgbClr val="303434"/>
    <a:srgbClr val="434548"/>
    <a:srgbClr val="616161"/>
    <a:srgbClr val="B9B9B9"/>
    <a:srgbClr val="DADADA"/>
    <a:srgbClr val="F7F7F7"/>
    <a:srgbClr val="721372"/>
    <a:srgbClr val="FF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A8FB54-9E15-1B4E-8570-EA08DE6115C5}" v="13" dt="2026-05-14T16:55:49.76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chemeClr val="accent4">
          <a:hueOff val="-839560"/>
          <a:satOff val="19935"/>
          <a:lumOff val="-15534"/>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DCECA"/>
          </a:solidFill>
        </a:fill>
      </a:tcStyle>
    </a:wholeTbl>
    <a:band2H>
      <a:tcTxStyle/>
      <a:tcStyle>
        <a:tcBdr/>
        <a:fill>
          <a:solidFill>
            <a:srgbClr val="FEE8E7"/>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1">
              <a:hueOff val="1057894"/>
              <a:satOff val="4889"/>
              <a:lumOff val="-33725"/>
            </a:schemeClr>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00000"/>
              </a:solidFill>
              <a:prstDash val="solid"/>
              <a:round/>
            </a:ln>
          </a:left>
          <a:right>
            <a:ln w="9525" cap="flat">
              <a:solidFill>
                <a:srgbClr val="000000"/>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00000"/>
              </a:solidFill>
              <a:prstDash val="solid"/>
              <a:round/>
            </a:ln>
          </a:top>
          <a:bottom>
            <a:ln w="9525" cap="flat">
              <a:solidFill>
                <a:srgbClr val="000000"/>
              </a:solidFill>
              <a:prstDash val="solid"/>
              <a:round/>
            </a:ln>
          </a:bottom>
          <a:insideH>
            <a:ln w="12700" cap="flat">
              <a:noFill/>
              <a:miter lim="400000"/>
            </a:ln>
          </a:insideH>
          <a:insideV>
            <a:ln w="12700" cap="flat">
              <a:noFill/>
              <a:miter lim="400000"/>
            </a:ln>
          </a:insideV>
        </a:tcBdr>
        <a:fill>
          <a:solidFill>
            <a:srgbClr val="000000"/>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rgbClr val="000000"/>
      </a:tcTxStyle>
      <a:tcStyle>
        <a:tcBdr>
          <a:left>
            <a:ln w="9525" cap="flat">
              <a:solidFill>
                <a:srgbClr val="0C65CD"/>
              </a:solidFill>
              <a:prstDash val="solid"/>
              <a:round/>
            </a:ln>
          </a:left>
          <a:right>
            <a:ln w="9525" cap="flat">
              <a:solidFill>
                <a:srgbClr val="0C65CD"/>
              </a:solidFill>
              <a:prstDash val="solid"/>
              <a:round/>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no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chemeClr val="accent6"/>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no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9525" cap="flat">
              <a:solidFill>
                <a:srgbClr val="0C65CD"/>
              </a:solidFill>
              <a:prstDash val="solid"/>
              <a:round/>
            </a:ln>
          </a:top>
          <a:bottom>
            <a:ln w="9525" cap="flat">
              <a:solidFill>
                <a:srgbClr val="0C65CD"/>
              </a:solidFill>
              <a:prstDash val="solid"/>
              <a:round/>
            </a:ln>
          </a:bottom>
          <a:insideH>
            <a:ln w="12700" cap="flat">
              <a:noFill/>
              <a:miter lim="400000"/>
            </a:ln>
          </a:insideH>
          <a:insideV>
            <a:ln w="12700" cap="flat">
              <a:noFill/>
              <a:miter lim="400000"/>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F2CBD1"/>
          </a:solidFill>
        </a:fill>
      </a:tcStyle>
    </a:wholeTbl>
    <a:band2H>
      <a:tcTxStyle/>
      <a:tcStyle>
        <a:tcBdr/>
        <a:fill>
          <a:solidFill>
            <a:srgbClr val="F8E7E9"/>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DC2560"/>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rgbClr val="CAD2ED"/>
          </a:solidFill>
        </a:fill>
      </a:tcStyle>
    </a:wholeTbl>
    <a:band2H>
      <a:tcTxStyle/>
      <a:tcStyle>
        <a:tcBdr/>
        <a:fill>
          <a:solidFill>
            <a:srgbClr val="E6EAF6"/>
          </a:solidFill>
        </a:fill>
      </a:tcStyle>
    </a:band2H>
    <a:firstCol>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Col>
    <a:la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38100" cap="flat">
              <a:solidFill>
                <a:schemeClr val="accent3">
                  <a:hueOff val="-3600000"/>
                  <a:lumOff val="3392"/>
                </a:schemeClr>
              </a:solidFill>
              <a:prstDash val="solid"/>
              <a:round/>
            </a:ln>
          </a:top>
          <a:bottom>
            <a:ln w="127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lastRow>
    <a:firstRow>
      <a:tcTxStyle b="on" i="off">
        <a:font>
          <a:latin typeface="Arial"/>
          <a:ea typeface="Arial"/>
          <a:cs typeface="Arial"/>
        </a:font>
        <a:schemeClr val="accent3">
          <a:hueOff val="-3600000"/>
          <a:lumOff val="3392"/>
        </a:schemeClr>
      </a:tcTxStyle>
      <a:tcStyle>
        <a:tcBdr>
          <a:left>
            <a:ln w="12700" cap="flat">
              <a:solidFill>
                <a:schemeClr val="accent3">
                  <a:hueOff val="-3600000"/>
                  <a:lumOff val="3392"/>
                </a:schemeClr>
              </a:solidFill>
              <a:prstDash val="solid"/>
              <a:round/>
            </a:ln>
          </a:left>
          <a:right>
            <a:ln w="12700" cap="flat">
              <a:solidFill>
                <a:schemeClr val="accent3">
                  <a:hueOff val="-3600000"/>
                  <a:lumOff val="3392"/>
                </a:schemeClr>
              </a:solidFill>
              <a:prstDash val="solid"/>
              <a:round/>
            </a:ln>
          </a:right>
          <a:top>
            <a:ln w="12700" cap="flat">
              <a:solidFill>
                <a:schemeClr val="accent3">
                  <a:hueOff val="-3600000"/>
                  <a:lumOff val="3392"/>
                </a:schemeClr>
              </a:solidFill>
              <a:prstDash val="solid"/>
              <a:round/>
            </a:ln>
          </a:top>
          <a:bottom>
            <a:ln w="38100" cap="flat">
              <a:solidFill>
                <a:schemeClr val="accent3">
                  <a:hueOff val="-3600000"/>
                  <a:lumOff val="3392"/>
                </a:schemeClr>
              </a:solidFill>
              <a:prstDash val="solid"/>
              <a:round/>
            </a:ln>
          </a:bottom>
          <a:insideH>
            <a:ln w="12700" cap="flat">
              <a:solidFill>
                <a:schemeClr val="accent3">
                  <a:hueOff val="-3600000"/>
                  <a:lumOff val="3392"/>
                </a:schemeClr>
              </a:solidFill>
              <a:prstDash val="solid"/>
              <a:round/>
            </a:ln>
          </a:insideH>
          <a:insideV>
            <a:ln w="12700" cap="flat">
              <a:solidFill>
                <a:schemeClr val="accent3">
                  <a:hueOff val="-3600000"/>
                  <a:lumOff val="3392"/>
                </a:schemeClr>
              </a:solidFill>
              <a:prstDash val="solid"/>
              <a:round/>
            </a:ln>
          </a:insideV>
        </a:tcBdr>
        <a:fill>
          <a:solidFill>
            <a:schemeClr val="accent6"/>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hueOff val="-3600000"/>
              <a:lumOff val="3392"/>
            </a:schemeClr>
          </a:solidFill>
        </a:fill>
      </a:tcStyle>
    </a:band2H>
    <a:firstCol>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hueOff val="-3600000"/>
              <a:lumOff val="3392"/>
            </a:schemeClr>
          </a:solidFill>
        </a:fill>
      </a:tcStyle>
    </a:lastRow>
    <a:firstRow>
      <a:tcTxStyle b="on" i="off">
        <a:font>
          <a:latin typeface="Arial"/>
          <a:ea typeface="Arial"/>
          <a:cs typeface="Arial"/>
        </a:font>
        <a:schemeClr val="accent3">
          <a:hueOff val="-3600000"/>
          <a:lumOff val="3392"/>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hueOff val="1057894"/>
              <a:satOff val="4889"/>
              <a:lumOff val="-33725"/>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30"/>
  </p:normalViewPr>
  <p:slideViewPr>
    <p:cSldViewPr snapToGrid="0">
      <p:cViewPr varScale="1">
        <p:scale>
          <a:sx n="113" d="100"/>
          <a:sy n="113" d="100"/>
        </p:scale>
        <p:origin x="808" y="176"/>
      </p:cViewPr>
      <p:guideLst/>
    </p:cSldViewPr>
  </p:slideViewPr>
  <p:notesTextViewPr>
    <p:cViewPr>
      <p:scale>
        <a:sx n="1" d="1"/>
        <a:sy n="1" d="1"/>
      </p:scale>
      <p:origin x="0" y="0"/>
    </p:cViewPr>
  </p:notesTextViewPr>
  <p:sorterViewPr>
    <p:cViewPr>
      <p:scale>
        <a:sx n="100" d="100"/>
        <a:sy n="100" d="100"/>
      </p:scale>
      <p:origin x="0" y="-7698"/>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6FAA0A-FC1C-16A3-947D-27CA299F0CC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T"/>
          </a:p>
        </p:txBody>
      </p:sp>
      <p:sp>
        <p:nvSpPr>
          <p:cNvPr id="3" name="Date Placeholder 2">
            <a:extLst>
              <a:ext uri="{FF2B5EF4-FFF2-40B4-BE49-F238E27FC236}">
                <a16:creationId xmlns:a16="http://schemas.microsoft.com/office/drawing/2014/main" id="{70307311-BDEC-D4A7-5DDC-01B587EB82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8BDA8-95A5-5741-9E04-1D392DE0C9D6}" type="datetimeFigureOut">
              <a:rPr lang="en-MT" smtClean="0"/>
              <a:t>05/14/2026</a:t>
            </a:fld>
            <a:endParaRPr lang="en-MT"/>
          </a:p>
        </p:txBody>
      </p:sp>
      <p:sp>
        <p:nvSpPr>
          <p:cNvPr id="4" name="Footer Placeholder 3">
            <a:extLst>
              <a:ext uri="{FF2B5EF4-FFF2-40B4-BE49-F238E27FC236}">
                <a16:creationId xmlns:a16="http://schemas.microsoft.com/office/drawing/2014/main" id="{E3FCE49B-559A-A90A-CAF1-B34EC18C78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MT"/>
          </a:p>
        </p:txBody>
      </p:sp>
      <p:sp>
        <p:nvSpPr>
          <p:cNvPr id="5" name="Slide Number Placeholder 4">
            <a:extLst>
              <a:ext uri="{FF2B5EF4-FFF2-40B4-BE49-F238E27FC236}">
                <a16:creationId xmlns:a16="http://schemas.microsoft.com/office/drawing/2014/main" id="{DE2AC87E-DA3E-6219-6F13-32E8211534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A4EB7B2-FA3B-F342-8F52-824AF5CBEE2B}" type="slidenum">
              <a:rPr lang="en-MT" smtClean="0"/>
              <a:t>‹#›</a:t>
            </a:fld>
            <a:endParaRPr lang="en-MT"/>
          </a:p>
        </p:txBody>
      </p:sp>
    </p:spTree>
    <p:extLst>
      <p:ext uri="{BB962C8B-B14F-4D97-AF65-F5344CB8AC3E}">
        <p14:creationId xmlns:p14="http://schemas.microsoft.com/office/powerpoint/2010/main" val="34386062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8" name="Shape 133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339" name="Shape 133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defRPr sz="1200" b="0" i="0">
        <a:latin typeface="Arial" panose="020B0604020202020204" pitchFamily="34" charset="0"/>
        <a:ea typeface="+mn-ea"/>
        <a:cs typeface="Arial" panose="020B0604020202020204" pitchFamily="34" charset="0"/>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3.emf"/><Relationship Id="rId4"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8.emf"/><Relationship Id="rId4"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emf"/><Relationship Id="rId3" Type="http://schemas.openxmlformats.org/officeDocument/2006/relationships/image" Target="../media/image4.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emf"/><Relationship Id="rId3" Type="http://schemas.openxmlformats.org/officeDocument/2006/relationships/image" Target="../media/image4.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4.png"/><Relationship Id="rId4"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4A73C4D-E2FF-BC90-DBF6-09E2EA6F6D72}"/>
              </a:ext>
            </a:extLst>
          </p:cNvPr>
          <p:cNvPicPr>
            <a:picLocks noChangeAspect="1"/>
          </p:cNvPicPr>
          <p:nvPr userDrawn="1"/>
        </p:nvPicPr>
        <p:blipFill>
          <a:blip r:embed="rId2"/>
          <a:stretch>
            <a:fillRect/>
          </a:stretch>
        </p:blipFill>
        <p:spPr>
          <a:xfrm>
            <a:off x="10197670" y="5461000"/>
            <a:ext cx="1816100" cy="1206500"/>
          </a:xfrm>
          <a:prstGeom prst="rect">
            <a:avLst/>
          </a:prstGeom>
        </p:spPr>
      </p:pic>
      <p:pic>
        <p:nvPicPr>
          <p:cNvPr id="5" name="Picture 4">
            <a:extLst>
              <a:ext uri="{FF2B5EF4-FFF2-40B4-BE49-F238E27FC236}">
                <a16:creationId xmlns:a16="http://schemas.microsoft.com/office/drawing/2014/main" id="{6169F764-5DCA-C9B6-5696-0A62DF5AD932}"/>
              </a:ext>
            </a:extLst>
          </p:cNvPr>
          <p:cNvPicPr>
            <a:picLocks noChangeAspect="1"/>
          </p:cNvPicPr>
          <p:nvPr userDrawn="1"/>
        </p:nvPicPr>
        <p:blipFill>
          <a:blip r:embed="rId3"/>
          <a:stretch>
            <a:fillRect/>
          </a:stretch>
        </p:blipFill>
        <p:spPr>
          <a:xfrm>
            <a:off x="165529" y="190499"/>
            <a:ext cx="1816100" cy="1206500"/>
          </a:xfrm>
          <a:prstGeom prst="rect">
            <a:avLst/>
          </a:prstGeom>
        </p:spPr>
      </p:pic>
      <p:sp>
        <p:nvSpPr>
          <p:cNvPr id="16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163"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164" name="Presentation subtitle goes here."/>
          <p:cNvSpPr txBox="1">
            <a:spLocks noGrp="1"/>
          </p:cNvSpPr>
          <p:nvPr>
            <p:ph type="body" sz="quarter" idx="21" hasCustomPrompt="1"/>
          </p:nvPr>
        </p:nvSpPr>
        <p:spPr>
          <a:xfrm>
            <a:off x="640800" y="5850000"/>
            <a:ext cx="3818481" cy="630165"/>
          </a:xfrm>
          <a:prstGeom prst="rect">
            <a:avLst/>
          </a:prstGeom>
        </p:spPr>
        <p:txBody>
          <a:bodyPr lIns="0" tIns="0" rIns="0" bIns="0"/>
          <a:lstStyle>
            <a:lvl1pPr>
              <a:lnSpc>
                <a:spcPts val="1000"/>
              </a:lnSpc>
              <a:spcBef>
                <a:spcPts val="0"/>
              </a:spcBef>
              <a:tabLst>
                <a:tab pos="2222500" algn="l"/>
              </a:tabLst>
              <a:defRPr sz="700" spc="-25">
                <a:solidFill>
                  <a:srgbClr val="A32200"/>
                </a:solidFill>
              </a:defRPr>
            </a:lvl1pPr>
          </a:lstStyle>
          <a:p>
            <a:r>
              <a:rPr dirty="0"/>
              <a:t>Presentation subtitle goes here.</a:t>
            </a:r>
          </a:p>
        </p:txBody>
      </p:sp>
      <p:sp>
        <p:nvSpPr>
          <p:cNvPr id="166" name="Presentation subtitle goes here."/>
          <p:cNvSpPr txBox="1">
            <a:spLocks noGrp="1"/>
          </p:cNvSpPr>
          <p:nvPr>
            <p:ph type="body" sz="quarter" idx="23" hasCustomPrompt="1"/>
          </p:nvPr>
        </p:nvSpPr>
        <p:spPr>
          <a:xfrm>
            <a:off x="640800" y="4574120"/>
            <a:ext cx="8822225" cy="914427"/>
          </a:xfrm>
          <a:prstGeom prst="rect">
            <a:avLst/>
          </a:prstGeom>
        </p:spPr>
        <p:txBody>
          <a:bodyPr lIns="0" tIns="0" rIns="0" bIns="0"/>
          <a:lstStyle>
            <a:lvl1pPr>
              <a:lnSpc>
                <a:spcPts val="2000"/>
              </a:lnSpc>
              <a:spcBef>
                <a:spcPts val="0"/>
              </a:spcBef>
              <a:tabLst>
                <a:tab pos="2222500" algn="l"/>
              </a:tabLst>
              <a:defRPr sz="2000" spc="-71">
                <a:solidFill>
                  <a:schemeClr val="bg1"/>
                </a:solidFill>
              </a:defRPr>
            </a:lvl1pPr>
          </a:lstStyle>
          <a:p>
            <a:r>
              <a:rPr dirty="0"/>
              <a:t>Presentation subtitle goes here.</a:t>
            </a:r>
          </a:p>
        </p:txBody>
      </p:sp>
      <p:sp>
        <p:nvSpPr>
          <p:cNvPr id="10" name="Subtitle 2">
            <a:extLst>
              <a:ext uri="{FF2B5EF4-FFF2-40B4-BE49-F238E27FC236}">
                <a16:creationId xmlns:a16="http://schemas.microsoft.com/office/drawing/2014/main" id="{2F44458A-4D04-C6D0-24DA-103FE0768467}"/>
              </a:ext>
            </a:extLst>
          </p:cNvPr>
          <p:cNvSpPr>
            <a:spLocks noGrp="1"/>
          </p:cNvSpPr>
          <p:nvPr>
            <p:ph type="subTitle" idx="1" hasCustomPrompt="1"/>
          </p:nvPr>
        </p:nvSpPr>
        <p:spPr>
          <a:xfrm>
            <a:off x="644227" y="2845823"/>
            <a:ext cx="8820000" cy="1513235"/>
          </a:xfrm>
          <a:prstGeom prst="rect">
            <a:avLst/>
          </a:prstGeom>
        </p:spPr>
        <p:txBody>
          <a:bodyPr wrap="square" lIns="0" tIns="0" rIns="0" bIns="0" anchor="t" anchorCtr="0">
            <a:noAutofit/>
          </a:bodyPr>
          <a:lstStyle>
            <a:lvl1pPr marL="0" indent="0" algn="l">
              <a:lnSpc>
                <a:spcPts val="5500"/>
              </a:lnSpc>
              <a:spcBef>
                <a:spcPts val="800"/>
              </a:spcBef>
              <a:buNone/>
              <a:defRPr sz="6000" b="1" i="0" spc="-300">
                <a:solidFill>
                  <a:schemeClr val="tx1"/>
                </a:solidFill>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Presentation title</a:t>
            </a:r>
          </a:p>
          <a:p>
            <a:r>
              <a:rPr lang="en-US" dirty="0"/>
              <a:t>goes here.</a:t>
            </a:r>
          </a:p>
        </p:txBody>
      </p:sp>
      <p:pic>
        <p:nvPicPr>
          <p:cNvPr id="2" name="Picture 1">
            <a:extLst>
              <a:ext uri="{FF2B5EF4-FFF2-40B4-BE49-F238E27FC236}">
                <a16:creationId xmlns:a16="http://schemas.microsoft.com/office/drawing/2014/main" id="{D3154DDD-3D9A-5E49-4676-55F39F4870EE}"/>
              </a:ext>
            </a:extLst>
          </p:cNvPr>
          <p:cNvPicPr>
            <a:picLocks noChangeAspect="1"/>
          </p:cNvPicPr>
          <p:nvPr userDrawn="1"/>
        </p:nvPicPr>
        <p:blipFill>
          <a:blip r:embed="rId4"/>
          <a:stretch>
            <a:fillRect/>
          </a:stretch>
        </p:blipFill>
        <p:spPr>
          <a:xfrm>
            <a:off x="10121449" y="507429"/>
            <a:ext cx="1496116" cy="748058"/>
          </a:xfrm>
          <a:prstGeom prst="rect">
            <a:avLst/>
          </a:prstGeom>
        </p:spPr>
      </p:pic>
    </p:spTree>
    <p:extLst>
      <p:ext uri="{BB962C8B-B14F-4D97-AF65-F5344CB8AC3E}">
        <p14:creationId xmlns:p14="http://schemas.microsoft.com/office/powerpoint/2010/main" val="81060303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rgbClr val="0BA2B3"/>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F7324-CA8B-196E-4623-63A5CEE8EAF1}"/>
              </a:ext>
            </a:extLst>
          </p:cNvPr>
          <p:cNvPicPr>
            <a:picLocks noChangeAspect="1"/>
          </p:cNvPicPr>
          <p:nvPr userDrawn="1"/>
        </p:nvPicPr>
        <p:blipFill>
          <a:blip r:embed="rId2"/>
          <a:stretch>
            <a:fillRect/>
          </a:stretch>
        </p:blipFill>
        <p:spPr>
          <a:xfrm>
            <a:off x="10489770" y="5461000"/>
            <a:ext cx="1524000" cy="1206500"/>
          </a:xfrm>
          <a:prstGeom prst="rect">
            <a:avLst/>
          </a:prstGeom>
        </p:spPr>
      </p:pic>
      <p:sp>
        <p:nvSpPr>
          <p:cNvPr id="402"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404" name="Presentation subtitle goes here."/>
          <p:cNvSpPr txBox="1">
            <a:spLocks noGrp="1"/>
          </p:cNvSpPr>
          <p:nvPr>
            <p:ph type="body" sz="quarter" idx="22" hasCustomPrompt="1"/>
          </p:nvPr>
        </p:nvSpPr>
        <p:spPr>
          <a:xfrm>
            <a:off x="640800" y="5886454"/>
            <a:ext cx="8280000" cy="451754"/>
          </a:xfrm>
          <a:prstGeom prst="rect">
            <a:avLst/>
          </a:prstGeom>
        </p:spPr>
        <p:txBody>
          <a:bodyPr lIns="0" tIns="0" rIns="0" bIns="0"/>
          <a:lstStyle>
            <a:lvl1pPr>
              <a:lnSpc>
                <a:spcPts val="1500"/>
              </a:lnSpc>
              <a:spcBef>
                <a:spcPts val="0"/>
              </a:spcBef>
              <a:tabLst>
                <a:tab pos="2222500" algn="l"/>
              </a:tabLst>
              <a:defRPr sz="1500" spc="-53">
                <a:solidFill>
                  <a:schemeClr val="bg1"/>
                </a:solidFill>
              </a:defRPr>
            </a:lvl1pPr>
          </a:lstStyle>
          <a:p>
            <a:r>
              <a:rPr dirty="0"/>
              <a:t>Presentation subtitle goes here.</a:t>
            </a:r>
          </a:p>
        </p:txBody>
      </p:sp>
      <p:sp>
        <p:nvSpPr>
          <p:cNvPr id="411"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2" name="Title 1">
            <a:extLst>
              <a:ext uri="{FF2B5EF4-FFF2-40B4-BE49-F238E27FC236}">
                <a16:creationId xmlns:a16="http://schemas.microsoft.com/office/drawing/2014/main" id="{C47FAC7F-2270-BA58-47C4-1CCA98AFDC48}"/>
              </a:ext>
            </a:extLst>
          </p:cNvPr>
          <p:cNvSpPr>
            <a:spLocks noGrp="1"/>
          </p:cNvSpPr>
          <p:nvPr>
            <p:ph type="title" hasCustomPrompt="1"/>
          </p:nvPr>
        </p:nvSpPr>
        <p:spPr>
          <a:xfrm>
            <a:off x="640800" y="4843803"/>
            <a:ext cx="8280000" cy="1037888"/>
          </a:xfrm>
          <a:prstGeom prst="rect">
            <a:avLst/>
          </a:prstGeom>
        </p:spPr>
        <p:txBody>
          <a:bodyPr lIns="0" tIns="0" rIns="0" bIns="0"/>
          <a:lstStyle>
            <a:lvl1pPr>
              <a:lnSpc>
                <a:spcPts val="4000"/>
              </a:lnSpc>
              <a:spcBef>
                <a:spcPts val="0"/>
              </a:spcBef>
              <a:defRPr sz="4000" spc="-220" baseline="0">
                <a:solidFill>
                  <a:srgbClr val="FFFFFF"/>
                </a:solidFill>
              </a:defRPr>
            </a:lvl1pPr>
          </a:lstStyle>
          <a:p>
            <a:r>
              <a:rPr lang="en-GB" dirty="0"/>
              <a:t>Presentation title goes here</a:t>
            </a:r>
            <a:br>
              <a:rPr lang="en-GB" dirty="0"/>
            </a:br>
            <a:r>
              <a:rPr lang="en-GB" dirty="0"/>
              <a:t>in maximum 2 lines.</a:t>
            </a:r>
            <a:endParaRPr lang="en-RS" dirty="0"/>
          </a:p>
        </p:txBody>
      </p:sp>
      <p:pic>
        <p:nvPicPr>
          <p:cNvPr id="6" name="Picture 5">
            <a:extLst>
              <a:ext uri="{FF2B5EF4-FFF2-40B4-BE49-F238E27FC236}">
                <a16:creationId xmlns:a16="http://schemas.microsoft.com/office/drawing/2014/main" id="{133CDE45-56ED-B37C-C67D-C43BC1CBB05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616196" y="435122"/>
            <a:ext cx="1116970" cy="363664"/>
          </a:xfrm>
          <a:prstGeom prst="rect">
            <a:avLst/>
          </a:prstGeom>
        </p:spPr>
      </p:pic>
    </p:spTree>
    <p:extLst>
      <p:ext uri="{BB962C8B-B14F-4D97-AF65-F5344CB8AC3E}">
        <p14:creationId xmlns:p14="http://schemas.microsoft.com/office/powerpoint/2010/main" val="370291974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285484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and Content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B8B9E036-63B8-BABD-33F1-5BC9082BA90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7484295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9000000" cy="360000"/>
          </a:xfrm>
          <a:prstGeom prst="rect">
            <a:avLst/>
          </a:prstGeom>
        </p:spPr>
        <p:txBody>
          <a:bodyPr lIns="0" tIns="0" rIns="0" bIns="0">
            <a:noAutofit/>
          </a:bodyPr>
          <a:lstStyle>
            <a:lvl1pPr>
              <a:lnSpc>
                <a:spcPts val="2200"/>
              </a:lnSpc>
              <a:spcBef>
                <a:spcPts val="0"/>
              </a:spcBef>
              <a:defRPr sz="2200" b="1" spc="-40" baseline="0">
                <a:solidFill>
                  <a:srgbClr val="FFFFFF"/>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rgbClr val="FFFFFF"/>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9000000" cy="4320000"/>
          </a:xfrm>
          <a:prstGeom prst="rect">
            <a:avLst/>
          </a:prstGeom>
        </p:spPr>
        <p:txBody>
          <a:bodyPr wrap="square" lIns="0" tIns="0" rIns="0" bIns="0">
            <a:noAutofit/>
          </a:bodyPr>
          <a:lstStyle>
            <a:lvl1pPr>
              <a:buClr>
                <a:srgbClr val="FFFFFF"/>
              </a:buClr>
              <a:buSzPct val="100000"/>
              <a:defRPr>
                <a:solidFill>
                  <a:srgbClr val="FFFFFF"/>
                </a:solidFill>
              </a:defRPr>
            </a:lvl1pPr>
            <a:lvl2pPr>
              <a:buClr>
                <a:srgbClr val="FFFFFF"/>
              </a:buClr>
              <a:buSzPct val="100000"/>
              <a:defRPr baseline="0">
                <a:solidFill>
                  <a:srgbClr val="FFFFFF"/>
                </a:solidFill>
              </a:defRPr>
            </a:lvl2pPr>
            <a:lvl3pPr>
              <a:buClr>
                <a:srgbClr val="FFFFFF"/>
              </a:buClr>
              <a:buSzPct val="100000"/>
              <a:defRPr>
                <a:solidFill>
                  <a:srgbClr val="FFFFFF"/>
                </a:solidFill>
              </a:defRPr>
            </a:lvl3pPr>
            <a:lvl4pPr>
              <a:buClr>
                <a:srgbClr val="FFFFFF"/>
              </a:buClr>
              <a:buSzPct val="100000"/>
              <a:defRPr>
                <a:solidFill>
                  <a:srgbClr val="FFFFFF"/>
                </a:solidFill>
              </a:defRPr>
            </a:lvl4pPr>
            <a:lvl5pPr>
              <a:buClr>
                <a:srgbClr val="FFFFFF"/>
              </a:buClr>
              <a:buSzPct val="100000"/>
              <a:defRPr>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8094EDF9-0B9F-F29C-3C80-EFBD9E4D6C49}"/>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84167BFE-ED3C-83B8-FECA-185F5C7BA577}"/>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26924384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B5EC6-D35A-10B8-5EA0-50BF83AD45B9}"/>
              </a:ext>
            </a:extLst>
          </p:cNvPr>
          <p:cNvSpPr>
            <a:spLocks noGrp="1"/>
          </p:cNvSpPr>
          <p:nvPr>
            <p:ph type="title" hasCustomPrompt="1"/>
          </p:nvPr>
        </p:nvSpPr>
        <p:spPr/>
        <p:txBody>
          <a:bodyPr/>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9269A480-B1A1-5C47-6F30-1A57779A5887}"/>
              </a:ext>
            </a:extLst>
          </p:cNvPr>
          <p:cNvSpPr>
            <a:spLocks noGrp="1"/>
          </p:cNvSpPr>
          <p:nvPr>
            <p:ph type="sldNum" sz="quarter" idx="10"/>
          </p:nvPr>
        </p:nvSpPr>
        <p:spPr/>
        <p:txBody>
          <a:bodyPr/>
          <a:lstStyle/>
          <a:p>
            <a:fld id="{86CB4B4D-7CA3-9044-876B-883B54F8677D}" type="slidenum">
              <a:rPr lang="en-MT" smtClean="0"/>
              <a:t>‹#›</a:t>
            </a:fld>
            <a:endParaRPr lang="en-MT" dirty="0"/>
          </a:p>
        </p:txBody>
      </p:sp>
    </p:spTree>
    <p:extLst>
      <p:ext uri="{BB962C8B-B14F-4D97-AF65-F5344CB8AC3E}">
        <p14:creationId xmlns:p14="http://schemas.microsoft.com/office/powerpoint/2010/main" val="1437223348"/>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eadline only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A37C948F-854A-8FBB-50DD-E5D312C9C27A}"/>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AA22D9B2-02EB-3F5D-FE5D-896350F8429D}"/>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63116697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Headline only Teal">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rgbClr val="FFFFFF"/>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0F83599E-08BA-C7BD-E23C-5534343B05C5}"/>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28ED4990-B85C-39F0-60DA-A271B7492A1E}"/>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44110458"/>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2 Contents">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BF7E67D-18D5-6A8D-7953-FEA5113E7AB7}"/>
              </a:ext>
            </a:extLst>
          </p:cNvPr>
          <p:cNvPicPr>
            <a:picLocks noChangeAspect="1"/>
          </p:cNvPicPr>
          <p:nvPr userDrawn="1"/>
        </p:nvPicPr>
        <p:blipFill>
          <a:blip r:embed="rId2"/>
          <a:stretch>
            <a:fillRect/>
          </a:stretch>
        </p:blipFill>
        <p:spPr>
          <a:xfrm>
            <a:off x="6089650" y="0"/>
            <a:ext cx="6089650" cy="2087592"/>
          </a:xfrm>
          <a:prstGeom prst="rect">
            <a:avLst/>
          </a:prstGeom>
        </p:spPr>
      </p:pic>
      <p:pic>
        <p:nvPicPr>
          <p:cNvPr id="7" name="Picture 6">
            <a:extLst>
              <a:ext uri="{FF2B5EF4-FFF2-40B4-BE49-F238E27FC236}">
                <a16:creationId xmlns:a16="http://schemas.microsoft.com/office/drawing/2014/main" id="{B02CA3FB-76AE-FD67-66CE-9977642A8241}"/>
              </a:ext>
            </a:extLst>
          </p:cNvPr>
          <p:cNvPicPr>
            <a:picLocks noChangeAspect="1"/>
          </p:cNvPicPr>
          <p:nvPr userDrawn="1"/>
        </p:nvPicPr>
        <p:blipFill>
          <a:blip r:embed="rId3"/>
          <a:stretch>
            <a:fillRect/>
          </a:stretch>
        </p:blipFill>
        <p:spPr>
          <a:xfrm>
            <a:off x="0" y="2692400"/>
            <a:ext cx="4178300" cy="4165600"/>
          </a:xfrm>
          <a:prstGeom prst="rect">
            <a:avLst/>
          </a:prstGeom>
        </p:spPr>
      </p:pic>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lvl1pPr>
              <a:defRPr>
                <a:solidFill>
                  <a:schemeClr val="bg1"/>
                </a:solidFill>
              </a:defRPr>
            </a:lvl1pPr>
          </a:lstStyle>
          <a:p>
            <a:fld id="{86CB4B4D-7CA3-9044-876B-883B54F8677D}" type="slidenum">
              <a:rPr lang="en-MT" smtClean="0"/>
              <a:pPr/>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noChangeAspect="1"/>
          </p:cNvSpPr>
          <p:nvPr>
            <p:ph type="body" sz="quarter" idx="15" hasCustomPrompt="1"/>
          </p:nvPr>
        </p:nvSpPr>
        <p:spPr>
          <a:xfrm>
            <a:off x="36000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CF5A879-E102-A7F6-E438-DA657371CA28}"/>
              </a:ext>
            </a:extLst>
          </p:cNvPr>
          <p:cNvSpPr>
            <a:spLocks noGrp="1" noChangeAspect="1"/>
          </p:cNvSpPr>
          <p:nvPr>
            <p:ph type="body" sz="quarter" idx="17" hasCustomPrompt="1"/>
          </p:nvPr>
        </p:nvSpPr>
        <p:spPr>
          <a:xfrm>
            <a:off x="6089650" y="1440000"/>
            <a:ext cx="5040000" cy="252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5" name="Content Placeholder 2">
            <a:extLst>
              <a:ext uri="{FF2B5EF4-FFF2-40B4-BE49-F238E27FC236}">
                <a16:creationId xmlns:a16="http://schemas.microsoft.com/office/drawing/2014/main" id="{89492F2E-9B45-D3A3-949A-69F4E3A117F0}"/>
              </a:ext>
            </a:extLst>
          </p:cNvPr>
          <p:cNvSpPr>
            <a:spLocks noGrp="1"/>
          </p:cNvSpPr>
          <p:nvPr>
            <p:ph idx="18"/>
          </p:nvPr>
        </p:nvSpPr>
        <p:spPr>
          <a:xfrm>
            <a:off x="6089650" y="1799999"/>
            <a:ext cx="5040000" cy="4320000"/>
          </a:xfrm>
          <a:prstGeom prst="rect">
            <a:avLst/>
          </a:prstGeom>
        </p:spPr>
        <p:txBody>
          <a:bodyPr wrap="square" lIns="0" tIns="0" rIns="0" bIns="0">
            <a:noAutofit/>
          </a:bodyPr>
          <a:lstStyle>
            <a:lvl1pPr>
              <a:buClr>
                <a:schemeClr val="bg2"/>
              </a:buClr>
              <a:buSzPct val="100000"/>
              <a:defRPr>
                <a:solidFill>
                  <a:schemeClr val="bg1"/>
                </a:solidFill>
              </a:defRPr>
            </a:lvl1pPr>
            <a:lvl2pPr>
              <a:buClr>
                <a:schemeClr val="bg2"/>
              </a:buClr>
              <a:buSzPct val="100000"/>
              <a:defRPr baseline="0">
                <a:solidFill>
                  <a:schemeClr val="bg1"/>
                </a:solidFill>
              </a:defRPr>
            </a:lvl2pPr>
            <a:lvl3pPr>
              <a:buClr>
                <a:schemeClr val="bg2"/>
              </a:buClr>
              <a:buSzPct val="100000"/>
              <a:defRPr>
                <a:solidFill>
                  <a:schemeClr val="bg1"/>
                </a:solidFill>
              </a:defRPr>
            </a:lvl3pPr>
            <a:lvl4pPr>
              <a:buClr>
                <a:schemeClr val="bg2"/>
              </a:buClr>
              <a:buSzPct val="100000"/>
              <a:defRPr>
                <a:solidFill>
                  <a:schemeClr val="bg1"/>
                </a:solidFill>
              </a:defRPr>
            </a:lvl4pPr>
            <a:lvl5pPr>
              <a:buClr>
                <a:schemeClr val="bg2"/>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Rectangle 26">
            <a:extLst>
              <a:ext uri="{FF2B5EF4-FFF2-40B4-BE49-F238E27FC236}">
                <a16:creationId xmlns:a16="http://schemas.microsoft.com/office/drawing/2014/main" id="{568F95BD-C79E-1D24-6A04-74C72803F653}"/>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10" name="Picture 9">
            <a:extLst>
              <a:ext uri="{FF2B5EF4-FFF2-40B4-BE49-F238E27FC236}">
                <a16:creationId xmlns:a16="http://schemas.microsoft.com/office/drawing/2014/main" id="{948CE9FC-0B4F-2C3E-032C-662E264555D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0667661" y="404660"/>
            <a:ext cx="1063903" cy="346387"/>
          </a:xfrm>
          <a:prstGeom prst="rect">
            <a:avLst/>
          </a:prstGeom>
        </p:spPr>
      </p:pic>
    </p:spTree>
    <p:extLst>
      <p:ext uri="{BB962C8B-B14F-4D97-AF65-F5344CB8AC3E}">
        <p14:creationId xmlns:p14="http://schemas.microsoft.com/office/powerpoint/2010/main" val="175258455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mparison">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E5D8D0-80F5-51A5-1B07-109FA11D2876}"/>
              </a:ext>
            </a:extLst>
          </p:cNvPr>
          <p:cNvPicPr>
            <a:picLocks noChangeAspect="1"/>
          </p:cNvPicPr>
          <p:nvPr userDrawn="1"/>
        </p:nvPicPr>
        <p:blipFill>
          <a:blip r:embed="rId2"/>
          <a:stretch>
            <a:fillRect/>
          </a:stretch>
        </p:blipFill>
        <p:spPr>
          <a:xfrm>
            <a:off x="0" y="0"/>
            <a:ext cx="7567885" cy="6858000"/>
          </a:xfrm>
          <a:prstGeom prst="rect">
            <a:avLst/>
          </a:prstGeom>
        </p:spPr>
      </p:pic>
      <p:sp>
        <p:nvSpPr>
          <p:cNvPr id="771" name="Slide Number"/>
          <p:cNvSpPr txBox="1">
            <a:spLocks noGrp="1"/>
          </p:cNvSpPr>
          <p:nvPr>
            <p:ph type="sldNum" sz="quarter" idx="2"/>
          </p:nvPr>
        </p:nvSpPr>
        <p:spPr>
          <a:xfrm>
            <a:off x="11574470" y="6480000"/>
            <a:ext cx="157094" cy="153888"/>
          </a:xfrm>
          <a:prstGeom prst="rect">
            <a:avLst/>
          </a:prstGeom>
        </p:spPr>
        <p:txBody>
          <a:bodyPr/>
          <a:lstStyle>
            <a:lvl1pPr>
              <a:defRPr>
                <a:solidFill>
                  <a:schemeClr val="tx1"/>
                </a:solidFill>
              </a:defRPr>
            </a:lvl1pPr>
          </a:lstStyle>
          <a:p>
            <a:fld id="{86CB4B4D-7CA3-9044-876B-883B54F8677D}" type="slidenum">
              <a:rPr lang="en-MT" smtClean="0"/>
              <a:pPr/>
              <a:t>‹#›</a:t>
            </a:fld>
            <a:endParaRPr lang="en-MT"/>
          </a:p>
        </p:txBody>
      </p:sp>
      <p:sp>
        <p:nvSpPr>
          <p:cNvPr id="2" name="Title 1">
            <a:extLst>
              <a:ext uri="{FF2B5EF4-FFF2-40B4-BE49-F238E27FC236}">
                <a16:creationId xmlns:a16="http://schemas.microsoft.com/office/drawing/2014/main" id="{9D122760-6141-1BBA-A1C0-71FC81DE61D6}"/>
              </a:ext>
            </a:extLst>
          </p:cNvPr>
          <p:cNvSpPr>
            <a:spLocks noGrp="1"/>
          </p:cNvSpPr>
          <p:nvPr>
            <p:ph type="title" hasCustomPrompt="1"/>
          </p:nvPr>
        </p:nvSpPr>
        <p:spPr>
          <a:xfrm>
            <a:off x="359999" y="1674394"/>
            <a:ext cx="5040000" cy="900000"/>
          </a:xfrm>
          <a:prstGeom prst="rect">
            <a:avLst/>
          </a:prstGeom>
        </p:spPr>
        <p:txBody>
          <a:bodyPr/>
          <a:lstStyle>
            <a:lvl1pPr>
              <a:lnSpc>
                <a:spcPts val="3000"/>
              </a:lnSpc>
              <a:spcBef>
                <a:spcPts val="0"/>
              </a:spcBef>
              <a:defRPr sz="3000" spc="-150" baseline="0">
                <a:solidFill>
                  <a:schemeClr val="bg1"/>
                </a:solidFill>
              </a:defRPr>
            </a:lvl1pPr>
          </a:lstStyle>
          <a:p>
            <a:r>
              <a:rPr lang="en-GB" dirty="0"/>
              <a:t>Headline goes here.</a:t>
            </a:r>
            <a:br>
              <a:rPr lang="en-GB" dirty="0"/>
            </a:br>
            <a:r>
              <a:rPr lang="en-GB" dirty="0"/>
              <a:t>Maximum in 2 lines.</a:t>
            </a:r>
            <a:endParaRPr lang="en-RS" dirty="0"/>
          </a:p>
        </p:txBody>
      </p:sp>
      <p:sp>
        <p:nvSpPr>
          <p:cNvPr id="6" name="Text Placeholder 5">
            <a:extLst>
              <a:ext uri="{FF2B5EF4-FFF2-40B4-BE49-F238E27FC236}">
                <a16:creationId xmlns:a16="http://schemas.microsoft.com/office/drawing/2014/main" id="{692E8514-1FD9-1D48-F636-D07CF9B3E97F}"/>
              </a:ext>
            </a:extLst>
          </p:cNvPr>
          <p:cNvSpPr>
            <a:spLocks noGrp="1"/>
          </p:cNvSpPr>
          <p:nvPr>
            <p:ph type="body" sz="quarter" idx="25" hasCustomPrompt="1"/>
          </p:nvPr>
        </p:nvSpPr>
        <p:spPr>
          <a:xfrm>
            <a:off x="6480000" y="1674393"/>
            <a:ext cx="5040000" cy="900000"/>
          </a:xfrm>
          <a:prstGeom prst="rect">
            <a:avLst/>
          </a:prstGeom>
        </p:spPr>
        <p:txBody>
          <a:bodyPr lIns="0" tIns="0" rIns="0" bIns="0"/>
          <a:lstStyle>
            <a:lvl1pPr>
              <a:lnSpc>
                <a:spcPts val="3000"/>
              </a:lnSpc>
              <a:spcBef>
                <a:spcPts val="0"/>
              </a:spcBef>
              <a:defRPr sz="3000" b="1" i="0" spc="-150" baseline="0">
                <a:solidFill>
                  <a:srgbClr val="FFFFFF"/>
                </a:solidFill>
                <a:latin typeface="Arial" panose="020B0604020202020204" pitchFamily="34" charset="0"/>
                <a:cs typeface="Arial" panose="020B0604020202020204" pitchFamily="34" charset="0"/>
              </a:defRPr>
            </a:lvl1pPr>
          </a:lstStyle>
          <a:p>
            <a:pPr lvl="0"/>
            <a:r>
              <a:rPr lang="en-GB" dirty="0"/>
              <a:t>Headline goes here.</a:t>
            </a:r>
          </a:p>
          <a:p>
            <a:pPr lvl="0"/>
            <a:r>
              <a:rPr lang="en-GB" dirty="0"/>
              <a:t>Maximum in 2 lines.</a:t>
            </a:r>
            <a:endParaRPr lang="en-RS" dirty="0"/>
          </a:p>
        </p:txBody>
      </p:sp>
      <p:sp>
        <p:nvSpPr>
          <p:cNvPr id="8" name="Text Placeholder 7">
            <a:extLst>
              <a:ext uri="{FF2B5EF4-FFF2-40B4-BE49-F238E27FC236}">
                <a16:creationId xmlns:a16="http://schemas.microsoft.com/office/drawing/2014/main" id="{39CEBE2D-F2C3-88C0-3F92-6DB010B000A0}"/>
              </a:ext>
            </a:extLst>
          </p:cNvPr>
          <p:cNvSpPr>
            <a:spLocks noGrp="1"/>
          </p:cNvSpPr>
          <p:nvPr>
            <p:ph type="body" sz="quarter" idx="26" hasCustomPrompt="1"/>
          </p:nvPr>
        </p:nvSpPr>
        <p:spPr>
          <a:xfrm>
            <a:off x="648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rgbClr val="FFFFFF"/>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10" name="Text Placeholder 9">
            <a:extLst>
              <a:ext uri="{FF2B5EF4-FFF2-40B4-BE49-F238E27FC236}">
                <a16:creationId xmlns:a16="http://schemas.microsoft.com/office/drawing/2014/main" id="{81C44C58-2ED7-4D46-7596-BC9E68CD7429}"/>
              </a:ext>
            </a:extLst>
          </p:cNvPr>
          <p:cNvSpPr>
            <a:spLocks noGrp="1"/>
          </p:cNvSpPr>
          <p:nvPr>
            <p:ph type="body" sz="quarter" idx="27" hasCustomPrompt="1"/>
          </p:nvPr>
        </p:nvSpPr>
        <p:spPr>
          <a:xfrm>
            <a:off x="360000" y="2834245"/>
            <a:ext cx="5040000" cy="3240000"/>
          </a:xfrm>
          <a:prstGeom prst="rect">
            <a:avLst/>
          </a:prstGeom>
        </p:spPr>
        <p:txBody>
          <a:bodyPr lIns="0" tIns="0" rIns="0" bIns="0"/>
          <a:lstStyle>
            <a:lvl1pPr marL="230400" indent="-230400">
              <a:buClr>
                <a:schemeClr val="accent1"/>
              </a:buClr>
              <a:buSzPct val="120000"/>
              <a:buFont typeface="Arial" panose="020B0604020202020204" pitchFamily="34" charset="0"/>
              <a:buChar char="•"/>
              <a:defRPr sz="1400">
                <a:solidFill>
                  <a:schemeClr val="bg1"/>
                </a:solidFill>
              </a:defRPr>
            </a:lvl1pPr>
          </a:lstStyle>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p>
          <a:p>
            <a:pPr lvl="0"/>
            <a:r>
              <a:rPr lang="en-GB" dirty="0"/>
              <a:t>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a:t>
            </a:r>
            <a:r>
              <a:rPr lang="en-GB" dirty="0" err="1"/>
              <a:t>sed</a:t>
            </a:r>
            <a:r>
              <a:rPr lang="en-GB" dirty="0"/>
              <a:t> </a:t>
            </a:r>
            <a:r>
              <a:rPr lang="en-GB" dirty="0" err="1"/>
              <a:t>diam</a:t>
            </a:r>
            <a:r>
              <a:rPr lang="en-GB" dirty="0"/>
              <a:t> </a:t>
            </a:r>
            <a:r>
              <a:rPr lang="en-GB" dirty="0" err="1"/>
              <a:t>nonummy</a:t>
            </a:r>
            <a:r>
              <a:rPr lang="en-GB" dirty="0"/>
              <a:t> </a:t>
            </a:r>
            <a:r>
              <a:rPr lang="en-GB" dirty="0" err="1"/>
              <a:t>nibh</a:t>
            </a:r>
            <a:r>
              <a:rPr lang="en-GB" dirty="0"/>
              <a:t> </a:t>
            </a:r>
            <a:r>
              <a:rPr lang="en-GB" dirty="0" err="1"/>
              <a:t>euismod</a:t>
            </a:r>
            <a:r>
              <a:rPr lang="en-GB" dirty="0"/>
              <a:t> </a:t>
            </a:r>
            <a:r>
              <a:rPr lang="en-GB" dirty="0" err="1"/>
              <a:t>tincidunt</a:t>
            </a:r>
            <a:r>
              <a:rPr lang="en-GB" dirty="0"/>
              <a:t> </a:t>
            </a:r>
            <a:r>
              <a:rPr lang="en-GB" dirty="0" err="1"/>
              <a:t>ut</a:t>
            </a:r>
            <a:r>
              <a:rPr lang="en-GB" dirty="0"/>
              <a:t> </a:t>
            </a:r>
            <a:r>
              <a:rPr lang="en-GB" dirty="0" err="1"/>
              <a:t>laoreet</a:t>
            </a:r>
            <a:r>
              <a:rPr lang="en-GB" dirty="0"/>
              <a:t> dolore magna </a:t>
            </a:r>
            <a:r>
              <a:rPr lang="en-GB" dirty="0" err="1"/>
              <a:t>aliquam</a:t>
            </a:r>
            <a:r>
              <a:rPr lang="en-GB" dirty="0"/>
              <a:t> </a:t>
            </a:r>
            <a:r>
              <a:rPr lang="en-GB" dirty="0" err="1"/>
              <a:t>erat</a:t>
            </a:r>
            <a:r>
              <a:rPr lang="en-GB" dirty="0"/>
              <a:t> </a:t>
            </a:r>
            <a:r>
              <a:rPr lang="en-GB" dirty="0" err="1"/>
              <a:t>volutpat</a:t>
            </a:r>
            <a:r>
              <a:rPr lang="en-GB" dirty="0"/>
              <a:t>.</a:t>
            </a:r>
            <a:endParaRPr lang="en-RS" dirty="0"/>
          </a:p>
        </p:txBody>
      </p:sp>
      <p:sp>
        <p:nvSpPr>
          <p:cNvPr id="4" name="Rectangle 26">
            <a:extLst>
              <a:ext uri="{FF2B5EF4-FFF2-40B4-BE49-F238E27FC236}">
                <a16:creationId xmlns:a16="http://schemas.microsoft.com/office/drawing/2014/main" id="{AC0B41AC-E660-039B-D957-02D6B6044830}"/>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3" name="Picture 2">
            <a:extLst>
              <a:ext uri="{FF2B5EF4-FFF2-40B4-BE49-F238E27FC236}">
                <a16:creationId xmlns:a16="http://schemas.microsoft.com/office/drawing/2014/main" id="{970FB612-69BE-4BC2-2F09-D99BA96EC833}"/>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99643521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Quote Slide">
    <p:bg>
      <p:bgPr>
        <a:solidFill>
          <a:schemeClr val="accent2"/>
        </a:solidFill>
        <a:effectLst/>
      </p:bgPr>
    </p:bg>
    <p:spTree>
      <p:nvGrpSpPr>
        <p:cNvPr id="1" name=""/>
        <p:cNvGrpSpPr/>
        <p:nvPr/>
      </p:nvGrpSpPr>
      <p:grpSpPr>
        <a:xfrm>
          <a:off x="0" y="0"/>
          <a:ext cx="0" cy="0"/>
          <a:chOff x="0" y="0"/>
          <a:chExt cx="0" cy="0"/>
        </a:xfrm>
      </p:grpSpPr>
      <p:sp>
        <p:nvSpPr>
          <p:cNvPr id="824" name="Text Placeholder 49"/>
          <p:cNvSpPr/>
          <p:nvPr/>
        </p:nvSpPr>
        <p:spPr>
          <a:xfrm>
            <a:off x="3554946" y="4955133"/>
            <a:ext cx="2120057"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400">
                <a:solidFill>
                  <a:schemeClr val="accent3">
                    <a:hueOff val="-3600000"/>
                    <a:lumOff val="3392"/>
                  </a:schemeClr>
                </a:solidFill>
              </a:defRPr>
            </a:lvl1pPr>
          </a:lstStyle>
          <a:p>
            <a:r>
              <a:t> </a:t>
            </a:r>
          </a:p>
        </p:txBody>
      </p:sp>
      <p:sp>
        <p:nvSpPr>
          <p:cNvPr id="827" name="“"/>
          <p:cNvSpPr txBox="1"/>
          <p:nvPr/>
        </p:nvSpPr>
        <p:spPr>
          <a:xfrm>
            <a:off x="1343734" y="2179914"/>
            <a:ext cx="239177" cy="3274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a:lnSpc>
                <a:spcPts val="3800"/>
              </a:lnSpc>
              <a:tabLst>
                <a:tab pos="2222500" algn="l"/>
              </a:tabLst>
              <a:defRPr sz="3800" spc="-173">
                <a:solidFill>
                  <a:schemeClr val="accent3">
                    <a:hueOff val="-3600000"/>
                    <a:lumOff val="3392"/>
                  </a:schemeClr>
                </a:solidFill>
              </a:defRPr>
            </a:lvl1pPr>
          </a:lstStyle>
          <a:p>
            <a:r>
              <a:rPr dirty="0">
                <a:solidFill>
                  <a:schemeClr val="tx1"/>
                </a:solidFill>
              </a:rPr>
              <a:t>“</a:t>
            </a:r>
          </a:p>
        </p:txBody>
      </p:sp>
      <p:sp>
        <p:nvSpPr>
          <p:cNvPr id="828"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sp>
        <p:nvSpPr>
          <p:cNvPr id="831" name="Square"/>
          <p:cNvSpPr/>
          <p:nvPr userDrawn="1"/>
        </p:nvSpPr>
        <p:spPr>
          <a:xfrm rot="10800000" flipH="1">
            <a:off x="9366432" y="5569929"/>
            <a:ext cx="505472" cy="505473"/>
          </a:xfrm>
          <a:prstGeom prst="rect">
            <a:avLst/>
          </a:prstGeom>
          <a:solidFill>
            <a:srgbClr val="0BA2B3"/>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7" name="Title 6">
            <a:extLst>
              <a:ext uri="{FF2B5EF4-FFF2-40B4-BE49-F238E27FC236}">
                <a16:creationId xmlns:a16="http://schemas.microsoft.com/office/drawing/2014/main" id="{988AE7EF-64E9-48B7-4CF2-BE88B7C09CA6}"/>
              </a:ext>
            </a:extLst>
          </p:cNvPr>
          <p:cNvSpPr>
            <a:spLocks noGrp="1"/>
          </p:cNvSpPr>
          <p:nvPr>
            <p:ph type="title" hasCustomPrompt="1"/>
          </p:nvPr>
        </p:nvSpPr>
        <p:spPr>
          <a:xfrm>
            <a:off x="1591200" y="2187168"/>
            <a:ext cx="8405525" cy="1977391"/>
          </a:xfrm>
          <a:prstGeom prst="rect">
            <a:avLst/>
          </a:prstGeom>
        </p:spPr>
        <p:txBody>
          <a:bodyPr/>
          <a:lstStyle>
            <a:lvl1pPr>
              <a:lnSpc>
                <a:spcPts val="3800"/>
              </a:lnSpc>
              <a:spcBef>
                <a:spcPts val="0"/>
              </a:spcBef>
              <a:defRPr sz="3800" spc="-170" baseline="0">
                <a:solidFill>
                  <a:srgbClr val="FFFFFF"/>
                </a:solidFill>
              </a:defRPr>
            </a:lvl1pPr>
          </a:lstStyle>
          <a:p>
            <a:r>
              <a:rPr lang="en-GB" dirty="0" err="1"/>
              <a:t>Neceptatio</a:t>
            </a:r>
            <a:r>
              <a:rPr lang="en-GB" dirty="0"/>
              <a:t> </a:t>
            </a:r>
            <a:r>
              <a:rPr lang="en-GB" dirty="0" err="1"/>
              <a:t>odis</a:t>
            </a:r>
            <a:r>
              <a:rPr lang="en-GB" dirty="0"/>
              <a:t> non cum que </a:t>
            </a:r>
            <a:r>
              <a:rPr lang="en-GB" dirty="0" err="1"/>
              <a:t>molum</a:t>
            </a:r>
            <a:r>
              <a:rPr lang="en-GB" dirty="0"/>
              <a:t> qui </a:t>
            </a:r>
            <a:r>
              <a:rPr lang="en-GB" dirty="0" err="1"/>
              <a:t>berum</a:t>
            </a:r>
            <a:r>
              <a:rPr lang="en-GB" dirty="0"/>
              <a:t> re </a:t>
            </a:r>
            <a:r>
              <a:rPr lang="en-GB" dirty="0" err="1"/>
              <a:t>ea</a:t>
            </a:r>
            <a:r>
              <a:rPr lang="en-GB" dirty="0"/>
              <a:t> </a:t>
            </a:r>
            <a:r>
              <a:rPr lang="en-GB" dirty="0" err="1"/>
              <a:t>adi</a:t>
            </a:r>
            <a:r>
              <a:rPr lang="en-GB" dirty="0"/>
              <a:t> </a:t>
            </a:r>
            <a:r>
              <a:rPr lang="en-GB" dirty="0" err="1"/>
              <a:t>dest</a:t>
            </a:r>
            <a:r>
              <a:rPr lang="en-GB" dirty="0"/>
              <a:t> </a:t>
            </a:r>
            <a:r>
              <a:rPr lang="en-GB" dirty="0" err="1"/>
              <a:t>asimus</a:t>
            </a:r>
            <a:r>
              <a:rPr lang="en-GB" dirty="0"/>
              <a:t> </a:t>
            </a:r>
            <a:r>
              <a:rPr lang="en-GB" dirty="0" err="1"/>
              <a:t>modit</a:t>
            </a:r>
            <a:r>
              <a:rPr lang="en-GB" dirty="0"/>
              <a:t> </a:t>
            </a:r>
            <a:r>
              <a:rPr lang="en-GB" dirty="0" err="1"/>
              <a:t>iumet</a:t>
            </a:r>
            <a:r>
              <a:rPr lang="en-GB" dirty="0"/>
              <a:t> </a:t>
            </a:r>
            <a:r>
              <a:rPr lang="en-GB" dirty="0" err="1"/>
              <a:t>optate</a:t>
            </a:r>
            <a:r>
              <a:rPr lang="en-GB" dirty="0"/>
              <a:t> </a:t>
            </a:r>
            <a:r>
              <a:rPr lang="en-GB" dirty="0" err="1"/>
              <a:t>vernam</a:t>
            </a:r>
            <a:r>
              <a:rPr lang="en-GB" dirty="0"/>
              <a:t> as qui </a:t>
            </a:r>
            <a:r>
              <a:rPr lang="en-GB" dirty="0" err="1"/>
              <a:t>officabores</a:t>
            </a:r>
            <a:r>
              <a:rPr lang="en-GB" dirty="0"/>
              <a:t> </a:t>
            </a:r>
            <a:r>
              <a:rPr lang="en-GB" dirty="0" err="1"/>
              <a:t>asi</a:t>
            </a:r>
            <a:r>
              <a:rPr lang="en-GB" dirty="0"/>
              <a:t> od </a:t>
            </a:r>
            <a:r>
              <a:rPr lang="en-GB" dirty="0" err="1"/>
              <a:t>quam</a:t>
            </a:r>
            <a:r>
              <a:rPr lang="en-GB" dirty="0"/>
              <a:t> ex.”</a:t>
            </a:r>
            <a:endParaRPr lang="en-RS" dirty="0"/>
          </a:p>
        </p:txBody>
      </p:sp>
      <p:sp>
        <p:nvSpPr>
          <p:cNvPr id="4" name="Text Placeholder 3">
            <a:extLst>
              <a:ext uri="{FF2B5EF4-FFF2-40B4-BE49-F238E27FC236}">
                <a16:creationId xmlns:a16="http://schemas.microsoft.com/office/drawing/2014/main" id="{0C98FABA-03E9-FFE1-F488-077364696FEB}"/>
              </a:ext>
            </a:extLst>
          </p:cNvPr>
          <p:cNvSpPr>
            <a:spLocks noGrp="1"/>
          </p:cNvSpPr>
          <p:nvPr>
            <p:ph type="body" sz="quarter" idx="21"/>
          </p:nvPr>
        </p:nvSpPr>
        <p:spPr>
          <a:xfrm>
            <a:off x="1591200" y="4421963"/>
            <a:ext cx="7025229" cy="835517"/>
          </a:xfrm>
          <a:prstGeom prst="rect">
            <a:avLst/>
          </a:prstGeom>
        </p:spPr>
        <p:txBody>
          <a:bodyPr lIns="0" tIns="0" rIns="0" bIns="0">
            <a:noAutofit/>
          </a:bodyPr>
          <a:lstStyle>
            <a:lvl1pPr>
              <a:spcBef>
                <a:spcPts val="0"/>
              </a:spcBef>
              <a:defRPr sz="1600" b="1">
                <a:solidFill>
                  <a:schemeClr val="tx1"/>
                </a:solidFill>
              </a:defRPr>
            </a:lvl1pPr>
            <a:lvl2pPr marL="0" indent="0">
              <a:spcBef>
                <a:spcPts val="0"/>
              </a:spcBef>
              <a:buNone/>
              <a:defRPr sz="1600" b="1">
                <a:solidFill>
                  <a:schemeClr val="tx2"/>
                </a:solidFill>
              </a:defRPr>
            </a:lvl2pPr>
            <a:lvl3pPr marL="0" indent="0">
              <a:spcBef>
                <a:spcPts val="0"/>
              </a:spcBef>
              <a:buNone/>
              <a:defRPr sz="1600">
                <a:solidFill>
                  <a:schemeClr val="tx2"/>
                </a:solidFill>
              </a:defRPr>
            </a:lvl3pPr>
          </a:lstStyle>
          <a:p>
            <a:pPr lvl="0"/>
            <a:r>
              <a:rPr lang="en-US"/>
              <a:t>Click to edit Master text styles</a:t>
            </a:r>
          </a:p>
          <a:p>
            <a:pPr lvl="1"/>
            <a:r>
              <a:rPr lang="en-US"/>
              <a:t>Second level</a:t>
            </a:r>
          </a:p>
          <a:p>
            <a:pPr lvl="2"/>
            <a:r>
              <a:rPr lang="en-US"/>
              <a:t>Third level</a:t>
            </a:r>
          </a:p>
        </p:txBody>
      </p:sp>
      <p:pic>
        <p:nvPicPr>
          <p:cNvPr id="3" name="Picture 2">
            <a:extLst>
              <a:ext uri="{FF2B5EF4-FFF2-40B4-BE49-F238E27FC236}">
                <a16:creationId xmlns:a16="http://schemas.microsoft.com/office/drawing/2014/main" id="{351FC9C7-5636-7C28-B31A-915D1D97FE4F}"/>
              </a:ext>
            </a:extLst>
          </p:cNvPr>
          <p:cNvPicPr>
            <a:picLocks noChangeAspect="1"/>
          </p:cNvPicPr>
          <p:nvPr userDrawn="1"/>
        </p:nvPicPr>
        <p:blipFill>
          <a:blip r:embed="rId2"/>
          <a:stretch>
            <a:fillRect/>
          </a:stretch>
        </p:blipFill>
        <p:spPr>
          <a:xfrm>
            <a:off x="9374886" y="5067046"/>
            <a:ext cx="2006600" cy="1003300"/>
          </a:xfrm>
          <a:prstGeom prst="rect">
            <a:avLst/>
          </a:prstGeom>
        </p:spPr>
      </p:pic>
      <p:pic>
        <p:nvPicPr>
          <p:cNvPr id="2" name="Picture 1">
            <a:extLst>
              <a:ext uri="{FF2B5EF4-FFF2-40B4-BE49-F238E27FC236}">
                <a16:creationId xmlns:a16="http://schemas.microsoft.com/office/drawing/2014/main" id="{56FA4E22-A36B-3DE6-7D3E-A1F49569E89C}"/>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8463475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photo">
    <p:spTree>
      <p:nvGrpSpPr>
        <p:cNvPr id="1" name=""/>
        <p:cNvGrpSpPr/>
        <p:nvPr/>
      </p:nvGrpSpPr>
      <p:grpSpPr>
        <a:xfrm>
          <a:off x="0" y="0"/>
          <a:ext cx="0" cy="0"/>
          <a:chOff x="0" y="0"/>
          <a:chExt cx="0" cy="0"/>
        </a:xfrm>
      </p:grpSpPr>
      <p:sp>
        <p:nvSpPr>
          <p:cNvPr id="4" name="Picture Placeholder 13">
            <a:extLst>
              <a:ext uri="{FF2B5EF4-FFF2-40B4-BE49-F238E27FC236}">
                <a16:creationId xmlns:a16="http://schemas.microsoft.com/office/drawing/2014/main" id="{6428E0B8-6EE1-8590-A6C5-89D1F5E64790}"/>
              </a:ext>
            </a:extLst>
          </p:cNvPr>
          <p:cNvSpPr>
            <a:spLocks noGrp="1"/>
          </p:cNvSpPr>
          <p:nvPr>
            <p:ph type="pic" sz="half" idx="22"/>
          </p:nvPr>
        </p:nvSpPr>
        <p:spPr>
          <a:xfrm>
            <a:off x="7937500" y="1447601"/>
            <a:ext cx="4241800" cy="5410399"/>
          </a:xfrm>
          <a:prstGeom prst="rect">
            <a:avLst/>
          </a:prstGeom>
        </p:spPr>
        <p:txBody>
          <a:bodyPr lIns="91439" tIns="45719" rIns="91439" bIns="45719"/>
          <a:lstStyle>
            <a:lvl1pPr>
              <a:defRPr>
                <a:solidFill>
                  <a:schemeClr val="bg1"/>
                </a:solidFill>
              </a:defRPr>
            </a:lvl1pPr>
          </a:lstStyle>
          <a:p>
            <a:r>
              <a:rPr lang="en-US"/>
              <a:t>Click icon to add picture</a:t>
            </a:r>
            <a:endParaRPr dirty="0"/>
          </a:p>
        </p:txBody>
      </p:sp>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p:txBody>
          <a:bodyPr wrap="square"/>
          <a:lstStyle>
            <a:lvl1pPr>
              <a:defRPr>
                <a:solidFill>
                  <a:schemeClr val="bg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6" name="Text Placeholder 3">
            <a:extLst>
              <a:ext uri="{FF2B5EF4-FFF2-40B4-BE49-F238E27FC236}">
                <a16:creationId xmlns:a16="http://schemas.microsoft.com/office/drawing/2014/main" id="{D3833682-F29A-7019-93CC-CF5F9A6F20EE}"/>
              </a:ext>
            </a:extLst>
          </p:cNvPr>
          <p:cNvSpPr>
            <a:spLocks noGrp="1"/>
          </p:cNvSpPr>
          <p:nvPr>
            <p:ph type="body" sz="quarter" idx="15" hasCustomPrompt="1"/>
          </p:nvPr>
        </p:nvSpPr>
        <p:spPr>
          <a:xfrm>
            <a:off x="360000" y="1440000"/>
            <a:ext cx="7200000" cy="360000"/>
          </a:xfrm>
          <a:prstGeom prst="rect">
            <a:avLst/>
          </a:prstGeom>
        </p:spPr>
        <p:txBody>
          <a:bodyPr lIns="0" tIns="0" rIns="0" bIns="0">
            <a:noAutofit/>
          </a:bodyPr>
          <a:lstStyle>
            <a:lvl1pPr>
              <a:lnSpc>
                <a:spcPts val="2200"/>
              </a:lnSpc>
              <a:spcBef>
                <a:spcPts val="0"/>
              </a:spcBef>
              <a:defRPr sz="2200" b="1" spc="-40" baseline="0">
                <a:solidFill>
                  <a:schemeClr val="bg1"/>
                </a:solidFill>
              </a:defRPr>
            </a:lvl1pPr>
            <a:lvl2pPr marL="0" indent="-104400">
              <a:lnSpc>
                <a:spcPts val="1600"/>
              </a:lnSpc>
              <a:spcBef>
                <a:spcPts val="1000"/>
              </a:spcBef>
              <a:buNone/>
              <a:defRPr sz="1200" b="0" spc="-40" baseline="0">
                <a:solidFill>
                  <a:srgbClr val="172325"/>
                </a:solidFill>
              </a:defRPr>
            </a:lvl2pPr>
            <a:lvl3pPr marL="273600" indent="-104400">
              <a:lnSpc>
                <a:spcPts val="1600"/>
              </a:lnSpc>
              <a:spcBef>
                <a:spcPts val="1000"/>
              </a:spcBef>
              <a:buFont typeface="Arial" panose="020B0604020202020204" pitchFamily="34" charset="0"/>
              <a:buChar char="•"/>
              <a:defRPr sz="1200" spc="-40" baseline="0">
                <a:solidFill>
                  <a:schemeClr val="bg1"/>
                </a:solidFill>
              </a:defRPr>
            </a:lvl3pPr>
            <a:lvl4pPr marL="339147" indent="0">
              <a:buClr>
                <a:srgbClr val="FFFFFF"/>
              </a:buClr>
              <a:buFont typeface="System Font Regular"/>
              <a:buNone/>
              <a:defRPr>
                <a:solidFill>
                  <a:srgbClr val="172325"/>
                </a:solidFill>
              </a:defRPr>
            </a:lvl4pPr>
            <a:lvl5pPr marL="513137" indent="0">
              <a:buNone/>
              <a:defRPr>
                <a:solidFill>
                  <a:srgbClr val="172325"/>
                </a:solidFill>
              </a:defRPr>
            </a:lvl5pPr>
            <a:lvl6pPr marL="730800">
              <a:defRPr>
                <a:solidFill>
                  <a:srgbClr val="FFFFFF"/>
                </a:solidFill>
              </a:defRPr>
            </a:lvl6pPr>
          </a:lstStyle>
          <a:p>
            <a:pPr lvl="0"/>
            <a:r>
              <a:rPr lang="en-US" dirty="0"/>
              <a:t>Subtitle</a:t>
            </a:r>
          </a:p>
          <a:p>
            <a:pPr lvl="2"/>
            <a:endParaRPr lang="en-US"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799999"/>
            <a:ext cx="7200000" cy="4320000"/>
          </a:xfrm>
          <a:prstGeom prst="rect">
            <a:avLst/>
          </a:prstGeom>
        </p:spPr>
        <p:txBody>
          <a:bodyPr wrap="square" lIns="0" tIns="0" rIns="0" bIns="0">
            <a:noAutofit/>
          </a:bodyPr>
          <a:lstStyle>
            <a:lvl1pPr>
              <a:buClr>
                <a:schemeClr val="bg1"/>
              </a:buClr>
              <a:buSzPct val="100000"/>
              <a:defRPr>
                <a:solidFill>
                  <a:schemeClr val="bg1"/>
                </a:solidFill>
              </a:defRPr>
            </a:lvl1pPr>
            <a:lvl2pPr>
              <a:buClr>
                <a:schemeClr val="bg1"/>
              </a:buClr>
              <a:buSzPct val="100000"/>
              <a:defRPr baseline="0">
                <a:solidFill>
                  <a:schemeClr val="bg1"/>
                </a:solidFill>
              </a:defRPr>
            </a:lvl2pPr>
            <a:lvl3pPr>
              <a:buClr>
                <a:schemeClr val="bg1"/>
              </a:buClr>
              <a:buSzPct val="100000"/>
              <a:defRPr>
                <a:solidFill>
                  <a:schemeClr val="bg1"/>
                </a:solidFill>
              </a:defRPr>
            </a:lvl3pPr>
            <a:lvl4pPr>
              <a:buClr>
                <a:schemeClr val="bg1"/>
              </a:buClr>
              <a:buSzPct val="100000"/>
              <a:defRPr>
                <a:solidFill>
                  <a:schemeClr val="bg1"/>
                </a:solidFill>
              </a:defRPr>
            </a:lvl4pPr>
            <a:lvl5pPr>
              <a:buClr>
                <a:schemeClr val="bg1"/>
              </a:buClr>
              <a:buSzPct val="100000"/>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5" name="Picture 4">
            <a:extLst>
              <a:ext uri="{FF2B5EF4-FFF2-40B4-BE49-F238E27FC236}">
                <a16:creationId xmlns:a16="http://schemas.microsoft.com/office/drawing/2014/main" id="{07E80830-552E-8F9C-BD8E-5F35ED2B8C60}"/>
              </a:ext>
            </a:extLst>
          </p:cNvPr>
          <p:cNvPicPr>
            <a:picLocks noChangeAspect="1"/>
          </p:cNvPicPr>
          <p:nvPr userDrawn="1"/>
        </p:nvPicPr>
        <p:blipFill>
          <a:blip r:embed="rId2"/>
          <a:stretch>
            <a:fillRect/>
          </a:stretch>
        </p:blipFill>
        <p:spPr>
          <a:xfrm>
            <a:off x="7937500" y="3935445"/>
            <a:ext cx="965200" cy="965200"/>
          </a:xfrm>
          <a:prstGeom prst="rect">
            <a:avLst/>
          </a:prstGeom>
        </p:spPr>
      </p:pic>
      <p:sp>
        <p:nvSpPr>
          <p:cNvPr id="7" name="Neceptatio odis non cum que molum qui berum re ea adi dest asimus modit iumet optate vernam as qui officabores asi od quam ex el id qui des repe sinvelendion. Andebitiis quae corehent aut alicimus.">
            <a:extLst>
              <a:ext uri="{FF2B5EF4-FFF2-40B4-BE49-F238E27FC236}">
                <a16:creationId xmlns:a16="http://schemas.microsoft.com/office/drawing/2014/main" id="{2DBBBB28-154D-7A9D-62D2-50AF83AE98E4}"/>
              </a:ext>
            </a:extLst>
          </p:cNvPr>
          <p:cNvSpPr>
            <a:spLocks noGrp="1"/>
          </p:cNvSpPr>
          <p:nvPr>
            <p:ph type="body" sz="quarter" idx="23"/>
          </p:nvPr>
        </p:nvSpPr>
        <p:spPr>
          <a:xfrm>
            <a:off x="2793987" y="4888595"/>
            <a:ext cx="6980036" cy="1969405"/>
          </a:xfrm>
          <a:prstGeom prst="rect">
            <a:avLst/>
          </a:prstGeom>
          <a:solidFill>
            <a:srgbClr val="CCF2FF"/>
          </a:solidFill>
        </p:spPr>
        <p:txBody>
          <a:bodyPr lIns="317500" tIns="317500" rIns="317500" bIns="317500"/>
          <a:lstStyle>
            <a:lvl1pPr>
              <a:lnSpc>
                <a:spcPts val="2200"/>
              </a:lnSpc>
              <a:spcBef>
                <a:spcPts val="0"/>
              </a:spcBef>
              <a:defRPr sz="1900" b="1">
                <a:solidFill>
                  <a:schemeClr val="accent1"/>
                </a:solidFill>
              </a:defRPr>
            </a:lvl1pPr>
          </a:lstStyle>
          <a:p>
            <a:pPr lvl="0"/>
            <a:r>
              <a:rPr lang="en-US"/>
              <a:t>Click to edit Master text styles</a:t>
            </a:r>
          </a:p>
        </p:txBody>
      </p:sp>
      <p:sp>
        <p:nvSpPr>
          <p:cNvPr id="8" name="Rectangle 26">
            <a:extLst>
              <a:ext uri="{FF2B5EF4-FFF2-40B4-BE49-F238E27FC236}">
                <a16:creationId xmlns:a16="http://schemas.microsoft.com/office/drawing/2014/main" id="{DF3D7E2A-8027-802D-0766-6B4C04B5301B}"/>
              </a:ext>
            </a:extLst>
          </p:cNvPr>
          <p:cNvSpPr/>
          <p:nvPr userDrawn="1"/>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Tree>
    <p:extLst>
      <p:ext uri="{BB962C8B-B14F-4D97-AF65-F5344CB8AC3E}">
        <p14:creationId xmlns:p14="http://schemas.microsoft.com/office/powerpoint/2010/main" val="123628653"/>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C Slide 4">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34451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6" name="Picture 5">
            <a:extLst>
              <a:ext uri="{FF2B5EF4-FFF2-40B4-BE49-F238E27FC236}">
                <a16:creationId xmlns:a16="http://schemas.microsoft.com/office/drawing/2014/main" id="{0E1DBD97-FFD0-6E07-55C5-6C375BA24E4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7743363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OC Slide 8">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900000"/>
          </a:xfrm>
        </p:spPr>
        <p:txBody>
          <a:bodyPr wrap="square"/>
          <a:lstStyle>
            <a:lvl1pPr>
              <a:defRPr>
                <a:solidFill>
                  <a:schemeClr val="tx1"/>
                </a:solidFill>
              </a:defRPr>
            </a:lvl1p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rgbClr val="FFFFFF"/>
                </a:solidFill>
              </a:defRPr>
            </a:lvl1pPr>
          </a:lstStyle>
          <a:p>
            <a:fld id="{86CB4B4D-7CA3-9044-876B-883B54F8677D}" type="slidenum">
              <a:rPr lang="en-MT" smtClean="0"/>
              <a:pPr/>
              <a:t>‹#›</a:t>
            </a:fld>
            <a:endParaRPr lang="en-MT" dirty="0"/>
          </a:p>
        </p:txBody>
      </p:sp>
      <p:sp>
        <p:nvSpPr>
          <p:cNvPr id="11" name="Content Placeholder 2">
            <a:extLst>
              <a:ext uri="{FF2B5EF4-FFF2-40B4-BE49-F238E27FC236}">
                <a16:creationId xmlns:a16="http://schemas.microsoft.com/office/drawing/2014/main" id="{E3D24A5C-25E7-EC55-F88D-6ED9476B84A5}"/>
              </a:ext>
            </a:extLst>
          </p:cNvPr>
          <p:cNvSpPr>
            <a:spLocks noGrp="1"/>
          </p:cNvSpPr>
          <p:nvPr>
            <p:ph idx="16"/>
          </p:nvPr>
        </p:nvSpPr>
        <p:spPr>
          <a:xfrm>
            <a:off x="36000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26">
            <a:extLst>
              <a:ext uri="{FF2B5EF4-FFF2-40B4-BE49-F238E27FC236}">
                <a16:creationId xmlns:a16="http://schemas.microsoft.com/office/drawing/2014/main" id="{ED994CA4-8C12-1BC4-530B-81E286114262}"/>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Content Placeholder 2">
            <a:extLst>
              <a:ext uri="{FF2B5EF4-FFF2-40B4-BE49-F238E27FC236}">
                <a16:creationId xmlns:a16="http://schemas.microsoft.com/office/drawing/2014/main" id="{20997FFF-692F-6404-8DA3-58191456200F}"/>
              </a:ext>
            </a:extLst>
          </p:cNvPr>
          <p:cNvSpPr>
            <a:spLocks noGrp="1"/>
          </p:cNvSpPr>
          <p:nvPr>
            <p:ph idx="17"/>
          </p:nvPr>
        </p:nvSpPr>
        <p:spPr>
          <a:xfrm>
            <a:off x="322999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C59FC702-BAC6-E8DF-D4F8-3361A572D24E}"/>
              </a:ext>
            </a:extLst>
          </p:cNvPr>
          <p:cNvSpPr>
            <a:spLocks noGrp="1"/>
          </p:cNvSpPr>
          <p:nvPr>
            <p:ph idx="18"/>
          </p:nvPr>
        </p:nvSpPr>
        <p:spPr>
          <a:xfrm>
            <a:off x="609998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08DE9C3F-0384-DD2E-485F-3DC0F9EC1329}"/>
              </a:ext>
            </a:extLst>
          </p:cNvPr>
          <p:cNvSpPr>
            <a:spLocks noGrp="1"/>
          </p:cNvSpPr>
          <p:nvPr>
            <p:ph idx="19"/>
          </p:nvPr>
        </p:nvSpPr>
        <p:spPr>
          <a:xfrm>
            <a:off x="8969970" y="1565570"/>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2">
            <a:extLst>
              <a:ext uri="{FF2B5EF4-FFF2-40B4-BE49-F238E27FC236}">
                <a16:creationId xmlns:a16="http://schemas.microsoft.com/office/drawing/2014/main" id="{1B950ADA-7928-E26A-6183-8714633E1E75}"/>
              </a:ext>
            </a:extLst>
          </p:cNvPr>
          <p:cNvSpPr>
            <a:spLocks noGrp="1"/>
          </p:cNvSpPr>
          <p:nvPr>
            <p:ph idx="20"/>
          </p:nvPr>
        </p:nvSpPr>
        <p:spPr>
          <a:xfrm>
            <a:off x="36000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2">
            <a:extLst>
              <a:ext uri="{FF2B5EF4-FFF2-40B4-BE49-F238E27FC236}">
                <a16:creationId xmlns:a16="http://schemas.microsoft.com/office/drawing/2014/main" id="{CD9CB34E-0B8C-A533-51C1-9D19605E4E7D}"/>
              </a:ext>
            </a:extLst>
          </p:cNvPr>
          <p:cNvSpPr>
            <a:spLocks noGrp="1"/>
          </p:cNvSpPr>
          <p:nvPr>
            <p:ph idx="21"/>
          </p:nvPr>
        </p:nvSpPr>
        <p:spPr>
          <a:xfrm>
            <a:off x="322999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a:extLst>
              <a:ext uri="{FF2B5EF4-FFF2-40B4-BE49-F238E27FC236}">
                <a16:creationId xmlns:a16="http://schemas.microsoft.com/office/drawing/2014/main" id="{2676F21C-4A76-DE8A-EC90-FD75447E2850}"/>
              </a:ext>
            </a:extLst>
          </p:cNvPr>
          <p:cNvSpPr>
            <a:spLocks noGrp="1"/>
          </p:cNvSpPr>
          <p:nvPr>
            <p:ph idx="22"/>
          </p:nvPr>
        </p:nvSpPr>
        <p:spPr>
          <a:xfrm>
            <a:off x="609998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09FDFA8-47EC-FE46-F57C-E4A671C58455}"/>
              </a:ext>
            </a:extLst>
          </p:cNvPr>
          <p:cNvSpPr>
            <a:spLocks noGrp="1"/>
          </p:cNvSpPr>
          <p:nvPr>
            <p:ph idx="23"/>
          </p:nvPr>
        </p:nvSpPr>
        <p:spPr>
          <a:xfrm>
            <a:off x="8969970" y="4077072"/>
            <a:ext cx="2520000" cy="2160000"/>
          </a:xfrm>
          <a:prstGeom prst="rect">
            <a:avLst/>
          </a:prstGeom>
        </p:spPr>
        <p:txBody>
          <a:bodyPr wrap="square" lIns="0" tIns="0" rIns="0" bIns="0">
            <a:noAutofit/>
          </a:bodyPr>
          <a:lstStyle>
            <a:lvl1pPr>
              <a:buClr>
                <a:srgbClr val="FFFFFF"/>
              </a:buClr>
              <a:buSzPct val="100000"/>
              <a:defRPr>
                <a:solidFill>
                  <a:schemeClr val="tx1"/>
                </a:solidFill>
              </a:defRPr>
            </a:lvl1pPr>
            <a:lvl2pPr>
              <a:buClr>
                <a:srgbClr val="FFFFFF"/>
              </a:buClr>
              <a:buSzPct val="100000"/>
              <a:defRPr baseline="0">
                <a:solidFill>
                  <a:schemeClr val="tx1"/>
                </a:solidFill>
              </a:defRPr>
            </a:lvl2pPr>
            <a:lvl3pPr>
              <a:buClr>
                <a:srgbClr val="FFFFFF"/>
              </a:buClr>
              <a:buSzPct val="100000"/>
              <a:defRPr>
                <a:solidFill>
                  <a:schemeClr val="tx1"/>
                </a:solidFill>
              </a:defRPr>
            </a:lvl3pPr>
            <a:lvl4pPr>
              <a:buClr>
                <a:srgbClr val="FFFFFF"/>
              </a:buClr>
              <a:buSzPct val="100000"/>
              <a:defRPr>
                <a:solidFill>
                  <a:schemeClr val="tx1"/>
                </a:solidFill>
              </a:defRPr>
            </a:lvl4pPr>
            <a:lvl5pPr>
              <a:buClr>
                <a:srgbClr val="FFFFFF"/>
              </a:buClr>
              <a:buSzPct val="100000"/>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B302B467-B6B5-158C-B057-8ABA2ACF21A3}"/>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3021679824"/>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Dar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4" name="Rectangle 26">
            <a:extLst>
              <a:ext uri="{FF2B5EF4-FFF2-40B4-BE49-F238E27FC236}">
                <a16:creationId xmlns:a16="http://schemas.microsoft.com/office/drawing/2014/main" id="{2AC7D1FC-51F7-5A4E-BEAF-A85845DA9B35}"/>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5" name="Picture 4">
            <a:extLst>
              <a:ext uri="{FF2B5EF4-FFF2-40B4-BE49-F238E27FC236}">
                <a16:creationId xmlns:a16="http://schemas.microsoft.com/office/drawing/2014/main" id="{00814166-2330-94E9-AA20-4A478C6C452B}"/>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419826458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genda slide Table">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CE473-5689-D388-CADC-2FF6411A555B}"/>
              </a:ext>
            </a:extLst>
          </p:cNvPr>
          <p:cNvSpPr>
            <a:spLocks noGrp="1"/>
          </p:cNvSpPr>
          <p:nvPr>
            <p:ph type="title" hasCustomPrompt="1"/>
          </p:nvPr>
        </p:nvSpPr>
        <p:spPr>
          <a:xfrm>
            <a:off x="359999" y="360000"/>
            <a:ext cx="9000000" cy="540000"/>
          </a:xfrm>
        </p:spPr>
        <p:txBody>
          <a:bodyPr wrap="square"/>
          <a:lstStyle>
            <a:lvl1pPr>
              <a:defRPr>
                <a:solidFill>
                  <a:srgbClr val="FFFFFF"/>
                </a:solidFill>
              </a:defRPr>
            </a:lvl1pPr>
          </a:lstStyle>
          <a:p>
            <a:r>
              <a:rPr lang="en-GB" dirty="0"/>
              <a:t>Headline goes here. Maximum in 1 line.</a:t>
            </a:r>
            <a:endParaRPr lang="en-MT" dirty="0"/>
          </a:p>
        </p:txBody>
      </p:sp>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14" name="Rectangle 26">
            <a:extLst>
              <a:ext uri="{FF2B5EF4-FFF2-40B4-BE49-F238E27FC236}">
                <a16:creationId xmlns:a16="http://schemas.microsoft.com/office/drawing/2014/main" id="{6C324B2D-CF53-407A-3FF3-83821279B530}"/>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C6672750-5A7A-9BCA-6B6D-95C6E36756F0}"/>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11253307"/>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697F3-602F-5FC9-7AE6-19FEE5C49AD4}"/>
              </a:ext>
            </a:extLst>
          </p:cNvPr>
          <p:cNvSpPr>
            <a:spLocks noGrp="1"/>
          </p:cNvSpPr>
          <p:nvPr>
            <p:ph type="title" hasCustomPrompt="1"/>
          </p:nvPr>
        </p:nvSpPr>
        <p:spPr/>
        <p:txBody>
          <a:bodyPr/>
          <a:lstStyle/>
          <a:p>
            <a:r>
              <a:rPr lang="en-GB" dirty="0"/>
              <a:t>Headline goes here. Maximum in 2 lines.</a:t>
            </a:r>
            <a:br>
              <a:rPr lang="en-GB" dirty="0"/>
            </a:br>
            <a:r>
              <a:rPr lang="en-GB" dirty="0"/>
              <a:t>All headlines should be sentence case.</a:t>
            </a:r>
            <a:endParaRPr lang="en-MT" dirty="0"/>
          </a:p>
        </p:txBody>
      </p:sp>
      <p:sp>
        <p:nvSpPr>
          <p:cNvPr id="3" name="Slide Number Placeholder 2">
            <a:extLst>
              <a:ext uri="{FF2B5EF4-FFF2-40B4-BE49-F238E27FC236}">
                <a16:creationId xmlns:a16="http://schemas.microsoft.com/office/drawing/2014/main" id="{55713789-AC9B-504D-EABC-88530694F04A}"/>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4" name="Body Level One…">
            <a:extLst>
              <a:ext uri="{FF2B5EF4-FFF2-40B4-BE49-F238E27FC236}">
                <a16:creationId xmlns:a16="http://schemas.microsoft.com/office/drawing/2014/main" id="{2F3F8381-DEB3-C667-F282-4085FCECE5D1}"/>
              </a:ext>
            </a:extLst>
          </p:cNvPr>
          <p:cNvSpPr txBox="1">
            <a:spLocks noGrp="1"/>
          </p:cNvSpPr>
          <p:nvPr>
            <p:ph type="body" sz="quarter" idx="1"/>
          </p:nvPr>
        </p:nvSpPr>
        <p:spPr>
          <a:xfrm>
            <a:off x="360000" y="2610760"/>
            <a:ext cx="3478685" cy="2108201"/>
          </a:xfrm>
          <a:prstGeom prst="rect">
            <a:avLst/>
          </a:prstGeom>
          <a:solidFill>
            <a:schemeClr val="accent2"/>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5" name="Body Level One…">
            <a:extLst>
              <a:ext uri="{FF2B5EF4-FFF2-40B4-BE49-F238E27FC236}">
                <a16:creationId xmlns:a16="http://schemas.microsoft.com/office/drawing/2014/main" id="{32CA9EDE-386C-CB9D-B16C-D07164D1B840}"/>
              </a:ext>
            </a:extLst>
          </p:cNvPr>
          <p:cNvSpPr txBox="1">
            <a:spLocks noGrp="1"/>
          </p:cNvSpPr>
          <p:nvPr>
            <p:ph type="body" sz="quarter" idx="23"/>
          </p:nvPr>
        </p:nvSpPr>
        <p:spPr>
          <a:xfrm>
            <a:off x="4308328" y="2610760"/>
            <a:ext cx="3478685" cy="2108201"/>
          </a:xfrm>
          <a:prstGeom prst="rect">
            <a:avLst/>
          </a:prstGeom>
          <a:solidFill>
            <a:schemeClr val="accent4"/>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
        <p:nvSpPr>
          <p:cNvPr id="6" name="Body Level One…">
            <a:extLst>
              <a:ext uri="{FF2B5EF4-FFF2-40B4-BE49-F238E27FC236}">
                <a16:creationId xmlns:a16="http://schemas.microsoft.com/office/drawing/2014/main" id="{9896A4C3-2F4F-489A-CE62-D7C218EF8B41}"/>
              </a:ext>
            </a:extLst>
          </p:cNvPr>
          <p:cNvSpPr txBox="1">
            <a:spLocks noGrp="1"/>
          </p:cNvSpPr>
          <p:nvPr>
            <p:ph type="body" sz="quarter" idx="24"/>
          </p:nvPr>
        </p:nvSpPr>
        <p:spPr>
          <a:xfrm>
            <a:off x="8256655" y="2610760"/>
            <a:ext cx="3478685" cy="2108201"/>
          </a:xfrm>
          <a:prstGeom prst="rect">
            <a:avLst/>
          </a:prstGeom>
          <a:solidFill>
            <a:schemeClr val="accent3"/>
          </a:solidFill>
        </p:spPr>
        <p:txBody>
          <a:bodyPr lIns="182879" tIns="182879" rIns="182879" bIns="182879" anchor="ctr">
            <a:normAutofit/>
          </a:bodyPr>
          <a:lstStyle>
            <a:lvl1pPr algn="ctr">
              <a:lnSpc>
                <a:spcPct val="100000"/>
              </a:lnSpc>
              <a:spcBef>
                <a:spcPts val="0"/>
              </a:spcBef>
              <a:defRPr sz="2800" b="1">
                <a:solidFill>
                  <a:schemeClr val="tx1"/>
                </a:solidFill>
              </a:defRPr>
            </a:lvl1pPr>
            <a:lvl2pPr marL="0" indent="0" algn="ctr">
              <a:lnSpc>
                <a:spcPct val="100000"/>
              </a:lnSpc>
              <a:spcBef>
                <a:spcPts val="0"/>
              </a:spcBef>
              <a:buSzTx/>
              <a:buNone/>
              <a:defRPr sz="2800" b="1">
                <a:solidFill>
                  <a:schemeClr val="accent3">
                    <a:hueOff val="-3600000"/>
                    <a:lumOff val="3392"/>
                  </a:schemeClr>
                </a:solidFill>
              </a:defRPr>
            </a:lvl2pPr>
            <a:lvl3pPr marL="0" indent="174625" algn="ctr">
              <a:lnSpc>
                <a:spcPct val="100000"/>
              </a:lnSpc>
              <a:spcBef>
                <a:spcPts val="0"/>
              </a:spcBef>
              <a:buSzTx/>
              <a:buNone/>
              <a:defRPr sz="2800" b="1">
                <a:solidFill>
                  <a:schemeClr val="accent3">
                    <a:hueOff val="-3600000"/>
                    <a:lumOff val="3392"/>
                  </a:schemeClr>
                </a:solidFill>
              </a:defRPr>
            </a:lvl3pPr>
            <a:lvl4pPr marL="0" indent="339725" algn="ctr">
              <a:lnSpc>
                <a:spcPct val="100000"/>
              </a:lnSpc>
              <a:spcBef>
                <a:spcPts val="0"/>
              </a:spcBef>
              <a:buSzTx/>
              <a:buNone/>
              <a:defRPr sz="2800" b="1">
                <a:solidFill>
                  <a:schemeClr val="accent3">
                    <a:hueOff val="-3600000"/>
                    <a:lumOff val="3392"/>
                  </a:schemeClr>
                </a:solidFill>
              </a:defRPr>
            </a:lvl4pPr>
            <a:lvl5pPr marL="0" indent="512762" algn="ctr">
              <a:lnSpc>
                <a:spcPct val="100000"/>
              </a:lnSpc>
              <a:spcBef>
                <a:spcPts val="0"/>
              </a:spcBef>
              <a:buSzTx/>
              <a:buNone/>
              <a:defRPr sz="2800" b="1">
                <a:solidFill>
                  <a:schemeClr val="accent3">
                    <a:hueOff val="-3600000"/>
                    <a:lumOff val="3392"/>
                  </a:schemeClr>
                </a:solidFill>
              </a:defRPr>
            </a:lvl5pPr>
          </a:lstStyle>
          <a:p>
            <a:pPr lvl="0"/>
            <a:r>
              <a:rPr lang="en-US"/>
              <a:t>Click to edit Master text styles</a:t>
            </a:r>
          </a:p>
        </p:txBody>
      </p:sp>
    </p:spTree>
    <p:extLst>
      <p:ext uri="{BB962C8B-B14F-4D97-AF65-F5344CB8AC3E}">
        <p14:creationId xmlns:p14="http://schemas.microsoft.com/office/powerpoint/2010/main" val="2374603769"/>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lide with logo">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92A336-4C8E-CDC0-D2F1-550C41A2C9F4}"/>
              </a:ext>
            </a:extLst>
          </p:cNvPr>
          <p:cNvSpPr>
            <a:spLocks noGrp="1"/>
          </p:cNvSpPr>
          <p:nvPr>
            <p:ph type="sldNum" sz="quarter" idx="10"/>
          </p:nvPr>
        </p:nvSpPr>
        <p:spPr/>
        <p:txBody>
          <a:bodyPr/>
          <a:lstStyle/>
          <a:p>
            <a:fld id="{86CB4B4D-7CA3-9044-876B-883B54F8677D}" type="slidenum">
              <a:rPr lang="en-MT" smtClean="0"/>
              <a:t>‹#›</a:t>
            </a:fld>
            <a:endParaRPr lang="en-MT" dirty="0"/>
          </a:p>
        </p:txBody>
      </p:sp>
      <p:sp>
        <p:nvSpPr>
          <p:cNvPr id="2" name="Rectangle 1">
            <a:extLst>
              <a:ext uri="{FF2B5EF4-FFF2-40B4-BE49-F238E27FC236}">
                <a16:creationId xmlns:a16="http://schemas.microsoft.com/office/drawing/2014/main" id="{A8E6B9FA-EC1F-4A72-A5C4-3E216DB2B0D5}"/>
              </a:ext>
            </a:extLst>
          </p:cNvPr>
          <p:cNvSpPr/>
          <p:nvPr userDrawn="1"/>
        </p:nvSpPr>
        <p:spPr>
          <a:xfrm>
            <a:off x="10297948" y="1240221"/>
            <a:ext cx="1481958" cy="672662"/>
          </a:xfrm>
          <a:prstGeom prst="rect">
            <a:avLst/>
          </a:prstGeom>
          <a:solidFill>
            <a:schemeClr val="tx1"/>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457200" rtl="0" fontAlgn="auto" latinLnBrk="0" hangingPunct="0">
              <a:lnSpc>
                <a:spcPct val="100000"/>
              </a:lnSpc>
              <a:spcBef>
                <a:spcPts val="0"/>
              </a:spcBef>
              <a:spcAft>
                <a:spcPts val="0"/>
              </a:spcAft>
              <a:buClrTx/>
              <a:buSzTx/>
              <a:buFontTx/>
              <a:buNone/>
              <a:tabLst/>
            </a:pPr>
            <a:endParaRPr kumimoji="0" lang="en-RO" sz="2800" b="1" i="0" u="none" strike="noStrike" cap="none" spc="0" normalizeH="0" baseline="0">
              <a:ln>
                <a:noFill/>
              </a:ln>
              <a:solidFill>
                <a:schemeClr val="accent3">
                  <a:hueOff val="-3600000"/>
                  <a:lumOff val="3392"/>
                </a:schemeClr>
              </a:solidFill>
              <a:effectLst/>
              <a:uFillTx/>
              <a:latin typeface="Arial"/>
              <a:ea typeface="Arial"/>
              <a:cs typeface="Arial"/>
              <a:sym typeface="Arial"/>
            </a:endParaRPr>
          </a:p>
        </p:txBody>
      </p:sp>
      <p:pic>
        <p:nvPicPr>
          <p:cNvPr id="5" name="Picture 4">
            <a:extLst>
              <a:ext uri="{FF2B5EF4-FFF2-40B4-BE49-F238E27FC236}">
                <a16:creationId xmlns:a16="http://schemas.microsoft.com/office/drawing/2014/main" id="{9630A33A-77D6-60C0-F173-C49F7014F2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1066485795"/>
      </p:ext>
    </p:extLst>
  </p:cSld>
  <p:clrMapOvr>
    <a:masterClrMapping/>
  </p:clrMapOvr>
  <p:transition spd="med"/>
  <p:extLst>
    <p:ext uri="{DCECCB84-F9BA-43D5-87BE-67443E8EF086}">
      <p15:sldGuideLst xmlns:p15="http://schemas.microsoft.com/office/powerpoint/2012/main">
        <p15:guide id="1" orient="horz" pos="2160" userDrawn="1">
          <p15:clr>
            <a:srgbClr val="FBAE40"/>
          </p15:clr>
        </p15:guide>
        <p15:guide id="2" pos="3836"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4AEC-6485-F835-D479-069CD0AA5105}"/>
              </a:ext>
            </a:extLst>
          </p:cNvPr>
          <p:cNvSpPr>
            <a:spLocks noGrp="1"/>
          </p:cNvSpPr>
          <p:nvPr>
            <p:ph type="title"/>
          </p:nvPr>
        </p:nvSpPr>
        <p:spPr>
          <a:xfrm>
            <a:off x="635128" y="4640687"/>
            <a:ext cx="9000000" cy="457295"/>
          </a:xfrm>
        </p:spPr>
        <p:txBody>
          <a:bodyPr/>
          <a:lstStyle>
            <a:lvl1pPr>
              <a:defRPr sz="1600" spc="0"/>
            </a:lvl1pPr>
          </a:lstStyle>
          <a:p>
            <a:r>
              <a:rPr lang="en-US"/>
              <a:t>Click to edit Master title style</a:t>
            </a:r>
            <a:endParaRPr lang="en-MT"/>
          </a:p>
        </p:txBody>
      </p:sp>
      <p:pic>
        <p:nvPicPr>
          <p:cNvPr id="4" name="Picture 3">
            <a:extLst>
              <a:ext uri="{FF2B5EF4-FFF2-40B4-BE49-F238E27FC236}">
                <a16:creationId xmlns:a16="http://schemas.microsoft.com/office/drawing/2014/main" id="{5B665E8E-3E30-D595-AF95-EFC31A1945DF}"/>
              </a:ext>
            </a:extLst>
          </p:cNvPr>
          <p:cNvPicPr>
            <a:picLocks noChangeAspect="1"/>
          </p:cNvPicPr>
          <p:nvPr userDrawn="1"/>
        </p:nvPicPr>
        <p:blipFill>
          <a:blip r:embed="rId2"/>
          <a:stretch>
            <a:fillRect/>
          </a:stretch>
        </p:blipFill>
        <p:spPr>
          <a:xfrm>
            <a:off x="10897966" y="362286"/>
            <a:ext cx="833598" cy="416799"/>
          </a:xfrm>
          <a:prstGeom prst="rect">
            <a:avLst/>
          </a:prstGeom>
        </p:spPr>
      </p:pic>
      <p:sp>
        <p:nvSpPr>
          <p:cNvPr id="5" name="Rectangle">
            <a:extLst>
              <a:ext uri="{FF2B5EF4-FFF2-40B4-BE49-F238E27FC236}">
                <a16:creationId xmlns:a16="http://schemas.microsoft.com/office/drawing/2014/main" id="{800A7C2D-E409-DB93-9ECC-C71CF456B705}"/>
              </a:ext>
            </a:extLst>
          </p:cNvPr>
          <p:cNvSpPr/>
          <p:nvPr userDrawn="1"/>
        </p:nvSpPr>
        <p:spPr>
          <a:xfrm>
            <a:off x="165529" y="190499"/>
            <a:ext cx="11848241" cy="6477001"/>
          </a:xfrm>
          <a:prstGeom prst="rect">
            <a:avLst/>
          </a:prstGeom>
          <a:ln>
            <a:solidFill>
              <a:schemeClr val="accent1"/>
            </a:solidFill>
            <a:miter lim="400000"/>
          </a:ln>
        </p:spPr>
        <p:txBody>
          <a:bodyPr tIns="91439" bIns="91439" anchor="ctr"/>
          <a:lstStyle/>
          <a:p>
            <a:pPr algn="ctr">
              <a:lnSpc>
                <a:spcPct val="100000"/>
              </a:lnSpc>
              <a:defRPr sz="2800">
                <a:solidFill>
                  <a:schemeClr val="accent3"/>
                </a:solidFill>
              </a:defRPr>
            </a:pPr>
            <a:endParaRPr/>
          </a:p>
        </p:txBody>
      </p:sp>
      <p:pic>
        <p:nvPicPr>
          <p:cNvPr id="7" name="Image" descr="Image">
            <a:extLst>
              <a:ext uri="{FF2B5EF4-FFF2-40B4-BE49-F238E27FC236}">
                <a16:creationId xmlns:a16="http://schemas.microsoft.com/office/drawing/2014/main" id="{516A5D33-AFC3-5923-9D1B-22CBC54AEB2E}"/>
              </a:ext>
            </a:extLst>
          </p:cNvPr>
          <p:cNvPicPr>
            <a:picLocks noChangeAspect="1"/>
          </p:cNvPicPr>
          <p:nvPr userDrawn="1"/>
        </p:nvPicPr>
        <p:blipFill>
          <a:blip r:embed="rId3"/>
          <a:stretch>
            <a:fillRect/>
          </a:stretch>
        </p:blipFill>
        <p:spPr>
          <a:xfrm>
            <a:off x="600348" y="393566"/>
            <a:ext cx="6557643" cy="3556001"/>
          </a:xfrm>
          <a:prstGeom prst="rect">
            <a:avLst/>
          </a:prstGeom>
          <a:ln w="12700">
            <a:miter lim="400000"/>
          </a:ln>
        </p:spPr>
      </p:pic>
      <p:pic>
        <p:nvPicPr>
          <p:cNvPr id="3" name="Picture 2">
            <a:extLst>
              <a:ext uri="{FF2B5EF4-FFF2-40B4-BE49-F238E27FC236}">
                <a16:creationId xmlns:a16="http://schemas.microsoft.com/office/drawing/2014/main" id="{84146912-204B-D1C5-40BF-E06BAA80BC1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29023" y="362581"/>
            <a:ext cx="1150883" cy="430546"/>
          </a:xfrm>
          <a:prstGeom prst="rect">
            <a:avLst/>
          </a:prstGeom>
        </p:spPr>
      </p:pic>
    </p:spTree>
    <p:extLst>
      <p:ext uri="{BB962C8B-B14F-4D97-AF65-F5344CB8AC3E}">
        <p14:creationId xmlns:p14="http://schemas.microsoft.com/office/powerpoint/2010/main" val="282744961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Slide with logo Dark">
    <p:bg>
      <p:bgPr>
        <a:solidFill>
          <a:schemeClr val="accent2"/>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5" name="Rectangle 26">
            <a:extLst>
              <a:ext uri="{FF2B5EF4-FFF2-40B4-BE49-F238E27FC236}">
                <a16:creationId xmlns:a16="http://schemas.microsoft.com/office/drawing/2014/main" id="{1AF881B0-6E18-8D27-53FB-8E78FA3095F7}"/>
              </a:ext>
            </a:extLst>
          </p:cNvPr>
          <p:cNvSpPr/>
          <p:nvPr userDrawn="1"/>
        </p:nvSpPr>
        <p:spPr>
          <a:xfrm>
            <a:off x="500" y="6761481"/>
            <a:ext cx="12178800" cy="96520"/>
          </a:xfrm>
          <a:prstGeom prst="rect">
            <a:avLst/>
          </a:prstGeom>
          <a:solidFill>
            <a:schemeClr val="accent4"/>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2" name="Picture 1">
            <a:extLst>
              <a:ext uri="{FF2B5EF4-FFF2-40B4-BE49-F238E27FC236}">
                <a16:creationId xmlns:a16="http://schemas.microsoft.com/office/drawing/2014/main" id="{D7A025FE-20D6-D7C7-557F-A1F8FF5FF91A}"/>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2831312100"/>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Slide with logo Teal">
    <p:bg>
      <p:bgPr>
        <a:solidFill>
          <a:schemeClr val="accent4"/>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58C377-31E1-B6AF-B5CB-DB6A8E4A721F}"/>
              </a:ext>
            </a:extLst>
          </p:cNvPr>
          <p:cNvSpPr>
            <a:spLocks noGrp="1"/>
          </p:cNvSpPr>
          <p:nvPr>
            <p:ph type="sldNum" sz="quarter" idx="10"/>
          </p:nvPr>
        </p:nvSpPr>
        <p:spPr>
          <a:xfrm>
            <a:off x="11574470" y="6480000"/>
            <a:ext cx="157094" cy="153888"/>
          </a:xfrm>
        </p:spPr>
        <p:txBody>
          <a:bodyPr/>
          <a:lstStyle>
            <a:lvl1pPr>
              <a:defRPr>
                <a:solidFill>
                  <a:schemeClr val="tx1"/>
                </a:solidFill>
              </a:defRPr>
            </a:lvl1pPr>
          </a:lstStyle>
          <a:p>
            <a:fld id="{86CB4B4D-7CA3-9044-876B-883B54F8677D}" type="slidenum">
              <a:rPr lang="en-MT" smtClean="0"/>
              <a:pPr/>
              <a:t>‹#›</a:t>
            </a:fld>
            <a:endParaRPr lang="en-MT" dirty="0"/>
          </a:p>
        </p:txBody>
      </p:sp>
      <p:sp>
        <p:nvSpPr>
          <p:cNvPr id="2" name="Rectangle 26">
            <a:extLst>
              <a:ext uri="{FF2B5EF4-FFF2-40B4-BE49-F238E27FC236}">
                <a16:creationId xmlns:a16="http://schemas.microsoft.com/office/drawing/2014/main" id="{77F7703D-4F57-B386-7552-96B1C62710F8}"/>
              </a:ext>
            </a:extLst>
          </p:cNvPr>
          <p:cNvSpPr/>
          <p:nvPr userDrawn="1"/>
        </p:nvSpPr>
        <p:spPr>
          <a:xfrm>
            <a:off x="500" y="6761481"/>
            <a:ext cx="12178800" cy="96520"/>
          </a:xfrm>
          <a:prstGeom prst="rect">
            <a:avLst/>
          </a:prstGeom>
          <a:solidFill>
            <a:schemeClr val="accent2"/>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pic>
        <p:nvPicPr>
          <p:cNvPr id="4" name="Picture 3">
            <a:extLst>
              <a:ext uri="{FF2B5EF4-FFF2-40B4-BE49-F238E27FC236}">
                <a16:creationId xmlns:a16="http://schemas.microsoft.com/office/drawing/2014/main" id="{332010D8-9280-4F8A-C077-86BF6086D51C}"/>
              </a:ext>
            </a:extLst>
          </p:cNvPr>
          <p:cNvPicPr>
            <a:picLocks noChangeAspect="1"/>
          </p:cNvPicPr>
          <p:nvPr userDrawn="1"/>
        </p:nvPicPr>
        <p:blipFill>
          <a:blip r:embed="rId2"/>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137127095"/>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 Slide">
    <p:bg>
      <p:bgPr>
        <a:solidFill>
          <a:schemeClr val="accent1"/>
        </a:solidFill>
        <a:effectLst/>
      </p:bgPr>
    </p:bg>
    <p:spTree>
      <p:nvGrpSpPr>
        <p:cNvPr id="1" name=""/>
        <p:cNvGrpSpPr/>
        <p:nvPr/>
      </p:nvGrpSpPr>
      <p:grpSpPr>
        <a:xfrm>
          <a:off x="0" y="0"/>
          <a:ext cx="0" cy="0"/>
          <a:chOff x="0" y="0"/>
          <a:chExt cx="0" cy="0"/>
        </a:xfrm>
      </p:grpSpPr>
      <p:sp>
        <p:nvSpPr>
          <p:cNvPr id="1304" name="Rectangle"/>
          <p:cNvSpPr/>
          <p:nvPr/>
        </p:nvSpPr>
        <p:spPr>
          <a:xfrm>
            <a:off x="165529" y="190499"/>
            <a:ext cx="11848241" cy="6477001"/>
          </a:xfrm>
          <a:prstGeom prst="rect">
            <a:avLst/>
          </a:prstGeom>
          <a:ln>
            <a:solidFill>
              <a:schemeClr val="tx1"/>
            </a:solidFill>
            <a:miter lim="400000"/>
          </a:ln>
        </p:spPr>
        <p:txBody>
          <a:bodyPr tIns="91439" bIns="91439" anchor="ctr"/>
          <a:lstStyle/>
          <a:p>
            <a:pPr algn="ctr">
              <a:lnSpc>
                <a:spcPct val="100000"/>
              </a:lnSpc>
              <a:defRPr sz="2800">
                <a:solidFill>
                  <a:schemeClr val="accent3"/>
                </a:solidFill>
              </a:defRPr>
            </a:pPr>
            <a:endParaRPr/>
          </a:p>
        </p:txBody>
      </p:sp>
      <p:pic>
        <p:nvPicPr>
          <p:cNvPr id="1305" name="Image" descr="Image"/>
          <p:cNvPicPr>
            <a:picLocks noChangeAspect="1"/>
          </p:cNvPicPr>
          <p:nvPr/>
        </p:nvPicPr>
        <p:blipFill>
          <a:blip r:embed="rId2"/>
          <a:stretch>
            <a:fillRect/>
          </a:stretch>
        </p:blipFill>
        <p:spPr>
          <a:xfrm>
            <a:off x="600348" y="393566"/>
            <a:ext cx="6557644" cy="3556001"/>
          </a:xfrm>
          <a:prstGeom prst="rect">
            <a:avLst/>
          </a:prstGeom>
          <a:ln w="12700">
            <a:miter lim="400000"/>
          </a:ln>
        </p:spPr>
      </p:pic>
      <p:sp>
        <p:nvSpPr>
          <p:cNvPr id="2" name="Text Placeholder 3">
            <a:extLst>
              <a:ext uri="{FF2B5EF4-FFF2-40B4-BE49-F238E27FC236}">
                <a16:creationId xmlns:a16="http://schemas.microsoft.com/office/drawing/2014/main" id="{99CF3841-8ED6-6708-57A4-9817037CEB78}"/>
              </a:ext>
            </a:extLst>
          </p:cNvPr>
          <p:cNvSpPr>
            <a:spLocks noGrp="1"/>
          </p:cNvSpPr>
          <p:nvPr>
            <p:ph type="body" sz="quarter" idx="21"/>
          </p:nvPr>
        </p:nvSpPr>
        <p:spPr>
          <a:xfrm>
            <a:off x="617538"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3" name="Text Placeholder 3">
            <a:extLst>
              <a:ext uri="{FF2B5EF4-FFF2-40B4-BE49-F238E27FC236}">
                <a16:creationId xmlns:a16="http://schemas.microsoft.com/office/drawing/2014/main" id="{07F3690B-C83C-2263-51B8-2AD430316DB8}"/>
              </a:ext>
            </a:extLst>
          </p:cNvPr>
          <p:cNvSpPr>
            <a:spLocks noGrp="1"/>
          </p:cNvSpPr>
          <p:nvPr>
            <p:ph type="body" sz="quarter" idx="22"/>
          </p:nvPr>
        </p:nvSpPr>
        <p:spPr>
          <a:xfrm>
            <a:off x="3473690"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4" name="Text Placeholder 3">
            <a:extLst>
              <a:ext uri="{FF2B5EF4-FFF2-40B4-BE49-F238E27FC236}">
                <a16:creationId xmlns:a16="http://schemas.microsoft.com/office/drawing/2014/main" id="{A283DC22-9630-B38E-C904-813DD4F866A9}"/>
              </a:ext>
            </a:extLst>
          </p:cNvPr>
          <p:cNvSpPr>
            <a:spLocks noGrp="1"/>
          </p:cNvSpPr>
          <p:nvPr>
            <p:ph type="body" sz="quarter" idx="23"/>
          </p:nvPr>
        </p:nvSpPr>
        <p:spPr>
          <a:xfrm>
            <a:off x="6329842"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5" name="Text Placeholder 3">
            <a:extLst>
              <a:ext uri="{FF2B5EF4-FFF2-40B4-BE49-F238E27FC236}">
                <a16:creationId xmlns:a16="http://schemas.microsoft.com/office/drawing/2014/main" id="{3E5848EA-712E-9B18-ECD8-B6B00CEC65F5}"/>
              </a:ext>
            </a:extLst>
          </p:cNvPr>
          <p:cNvSpPr>
            <a:spLocks noGrp="1"/>
          </p:cNvSpPr>
          <p:nvPr>
            <p:ph type="body" sz="quarter" idx="24"/>
          </p:nvPr>
        </p:nvSpPr>
        <p:spPr>
          <a:xfrm>
            <a:off x="9185994" y="4291334"/>
            <a:ext cx="2340000" cy="360000"/>
          </a:xfrm>
          <a:prstGeom prst="rect">
            <a:avLst/>
          </a:prstGeom>
        </p:spPr>
        <p:txBody>
          <a:bodyPr lIns="0" tIns="0" rIns="0" bIns="0">
            <a:noAutofit/>
          </a:bodyPr>
          <a:lstStyle>
            <a:lvl1pPr>
              <a:spcBef>
                <a:spcPts val="0"/>
              </a:spcBef>
              <a:defRPr sz="1600" b="1">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6" name="Text Placeholder 3">
            <a:extLst>
              <a:ext uri="{FF2B5EF4-FFF2-40B4-BE49-F238E27FC236}">
                <a16:creationId xmlns:a16="http://schemas.microsoft.com/office/drawing/2014/main" id="{239248B7-4F45-3A2F-F77A-254137B02A5D}"/>
              </a:ext>
            </a:extLst>
          </p:cNvPr>
          <p:cNvSpPr>
            <a:spLocks noGrp="1"/>
          </p:cNvSpPr>
          <p:nvPr>
            <p:ph type="body" sz="quarter" idx="25"/>
          </p:nvPr>
        </p:nvSpPr>
        <p:spPr>
          <a:xfrm>
            <a:off x="617538"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7" name="Text Placeholder 3">
            <a:extLst>
              <a:ext uri="{FF2B5EF4-FFF2-40B4-BE49-F238E27FC236}">
                <a16:creationId xmlns:a16="http://schemas.microsoft.com/office/drawing/2014/main" id="{25580FAC-13AA-9847-E7FB-CA6185B21438}"/>
              </a:ext>
            </a:extLst>
          </p:cNvPr>
          <p:cNvSpPr>
            <a:spLocks noGrp="1"/>
          </p:cNvSpPr>
          <p:nvPr>
            <p:ph type="body" sz="quarter" idx="26"/>
          </p:nvPr>
        </p:nvSpPr>
        <p:spPr>
          <a:xfrm>
            <a:off x="3473690"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8" name="Text Placeholder 3">
            <a:extLst>
              <a:ext uri="{FF2B5EF4-FFF2-40B4-BE49-F238E27FC236}">
                <a16:creationId xmlns:a16="http://schemas.microsoft.com/office/drawing/2014/main" id="{87064713-9468-3192-25BA-F4153E3A3D1C}"/>
              </a:ext>
            </a:extLst>
          </p:cNvPr>
          <p:cNvSpPr>
            <a:spLocks noGrp="1"/>
          </p:cNvSpPr>
          <p:nvPr>
            <p:ph type="body" sz="quarter" idx="27"/>
          </p:nvPr>
        </p:nvSpPr>
        <p:spPr>
          <a:xfrm>
            <a:off x="6329842"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sp>
        <p:nvSpPr>
          <p:cNvPr id="9" name="Text Placeholder 3">
            <a:extLst>
              <a:ext uri="{FF2B5EF4-FFF2-40B4-BE49-F238E27FC236}">
                <a16:creationId xmlns:a16="http://schemas.microsoft.com/office/drawing/2014/main" id="{B975AAF6-3101-6B0C-FD52-BB661302BFB7}"/>
              </a:ext>
            </a:extLst>
          </p:cNvPr>
          <p:cNvSpPr>
            <a:spLocks noGrp="1"/>
          </p:cNvSpPr>
          <p:nvPr>
            <p:ph type="body" sz="quarter" idx="28"/>
          </p:nvPr>
        </p:nvSpPr>
        <p:spPr>
          <a:xfrm>
            <a:off x="9185994" y="4725144"/>
            <a:ext cx="2340000" cy="360000"/>
          </a:xfrm>
          <a:prstGeom prst="rect">
            <a:avLst/>
          </a:prstGeom>
        </p:spPr>
        <p:txBody>
          <a:bodyPr lIns="0" tIns="0" rIns="0" bIns="0">
            <a:noAutofit/>
          </a:bodyPr>
          <a:lstStyle>
            <a:lvl1pPr>
              <a:spcBef>
                <a:spcPts val="0"/>
              </a:spcBef>
              <a:defRPr sz="1200" b="0">
                <a:solidFill>
                  <a:srgbClr val="FFFFFF"/>
                </a:solidFill>
              </a:defRPr>
            </a:lvl1pPr>
            <a:lvl2pPr marL="0" indent="0">
              <a:spcBef>
                <a:spcPts val="1000"/>
              </a:spcBef>
              <a:buNone/>
              <a:defRPr sz="1200" b="0">
                <a:solidFill>
                  <a:srgbClr val="FFFFFF"/>
                </a:solidFill>
              </a:defRPr>
            </a:lvl2pPr>
            <a:lvl3pPr marL="0" indent="0">
              <a:spcBef>
                <a:spcPts val="0"/>
              </a:spcBef>
              <a:buNone/>
              <a:defRPr sz="1400"/>
            </a:lvl3pPr>
          </a:lstStyle>
          <a:p>
            <a:pPr lvl="0"/>
            <a:r>
              <a:rPr lang="en-US"/>
              <a:t>Click to edit Master text styles</a:t>
            </a:r>
          </a:p>
        </p:txBody>
      </p:sp>
      <p:pic>
        <p:nvPicPr>
          <p:cNvPr id="10" name="Picture 9">
            <a:extLst>
              <a:ext uri="{FF2B5EF4-FFF2-40B4-BE49-F238E27FC236}">
                <a16:creationId xmlns:a16="http://schemas.microsoft.com/office/drawing/2014/main" id="{0DA257E9-E1E4-4676-33F4-21575F0D4664}"/>
              </a:ext>
            </a:extLst>
          </p:cNvPr>
          <p:cNvPicPr>
            <a:picLocks noChangeAspect="1"/>
          </p:cNvPicPr>
          <p:nvPr userDrawn="1"/>
        </p:nvPicPr>
        <p:blipFill>
          <a:blip r:embed="rId3"/>
          <a:stretch>
            <a:fillRect/>
          </a:stretch>
        </p:blipFill>
        <p:spPr>
          <a:xfrm>
            <a:off x="10897966" y="362285"/>
            <a:ext cx="835200" cy="417600"/>
          </a:xfrm>
          <a:prstGeom prst="rect">
            <a:avLst/>
          </a:prstGeom>
        </p:spPr>
      </p:pic>
    </p:spTree>
    <p:extLst>
      <p:ext uri="{BB962C8B-B14F-4D97-AF65-F5344CB8AC3E}">
        <p14:creationId xmlns:p14="http://schemas.microsoft.com/office/powerpoint/2010/main" val="1205080106"/>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Slide Number"/>
          <p:cNvSpPr txBox="1">
            <a:spLocks noGrp="1"/>
          </p:cNvSpPr>
          <p:nvPr>
            <p:ph type="sldNum" sz="quarter" idx="2"/>
          </p:nvPr>
        </p:nvSpPr>
        <p:spPr>
          <a:xfrm>
            <a:off x="11574470" y="6480000"/>
            <a:ext cx="157094" cy="153888"/>
          </a:xfrm>
          <a:prstGeom prst="rect">
            <a:avLst/>
          </a:prstGeom>
          <a:ln w="12700">
            <a:miter lim="400000"/>
          </a:ln>
        </p:spPr>
        <p:txBody>
          <a:bodyPr wrap="none" lIns="0" tIns="0" rIns="0" bIns="0">
            <a:spAutoFit/>
          </a:bodyPr>
          <a:lstStyle>
            <a:lvl1pPr algn="r">
              <a:lnSpc>
                <a:spcPct val="100000"/>
              </a:lnSpc>
              <a:defRPr sz="1000" b="0">
                <a:solidFill>
                  <a:schemeClr val="bg1"/>
                </a:solidFill>
              </a:defRPr>
            </a:lvl1pPr>
          </a:lstStyle>
          <a:p>
            <a:fld id="{86CB4B4D-7CA3-9044-876B-883B54F8677D}" type="slidenum">
              <a:rPr lang="en-MT" smtClean="0"/>
              <a:pPr/>
              <a:t>‹#›</a:t>
            </a:fld>
            <a:endParaRPr lang="en-MT" dirty="0"/>
          </a:p>
        </p:txBody>
      </p:sp>
      <p:sp>
        <p:nvSpPr>
          <p:cNvPr id="4" name="Rectangle 26"/>
          <p:cNvSpPr/>
          <p:nvPr/>
        </p:nvSpPr>
        <p:spPr>
          <a:xfrm>
            <a:off x="500" y="6761480"/>
            <a:ext cx="12178800" cy="96520"/>
          </a:xfrm>
          <a:prstGeom prst="rect">
            <a:avLst/>
          </a:prstGeom>
          <a:solidFill>
            <a:schemeClr val="accent1"/>
          </a:solidFill>
          <a:ln w="12700">
            <a:miter lim="400000"/>
          </a:ln>
        </p:spPr>
        <p:txBody>
          <a:bodyPr tIns="91439" bIns="91439" anchor="ctr"/>
          <a:lstStyle/>
          <a:p>
            <a:pPr algn="ctr">
              <a:lnSpc>
                <a:spcPct val="100000"/>
              </a:lnSpc>
              <a:defRPr sz="2800">
                <a:solidFill>
                  <a:schemeClr val="accent3">
                    <a:hueOff val="-3600000"/>
                    <a:lumOff val="3392"/>
                  </a:schemeClr>
                </a:solidFill>
              </a:defRPr>
            </a:pPr>
            <a:endParaRPr/>
          </a:p>
        </p:txBody>
      </p:sp>
      <p:sp>
        <p:nvSpPr>
          <p:cNvPr id="13" name="Title Text">
            <a:extLst>
              <a:ext uri="{FF2B5EF4-FFF2-40B4-BE49-F238E27FC236}">
                <a16:creationId xmlns:a16="http://schemas.microsoft.com/office/drawing/2014/main" id="{0FA158A4-54D2-FE6D-8D99-B11D40E0AF64}"/>
              </a:ext>
            </a:extLst>
          </p:cNvPr>
          <p:cNvSpPr txBox="1">
            <a:spLocks noGrp="1"/>
          </p:cNvSpPr>
          <p:nvPr>
            <p:ph type="title"/>
          </p:nvPr>
        </p:nvSpPr>
        <p:spPr>
          <a:xfrm>
            <a:off x="359999" y="360000"/>
            <a:ext cx="9000000" cy="900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nchor="t"/>
          <a:lstStyle/>
          <a:p>
            <a:r>
              <a:rPr dirty="0"/>
              <a:t>Title Text</a:t>
            </a:r>
          </a:p>
        </p:txBody>
      </p:sp>
      <p:pic>
        <p:nvPicPr>
          <p:cNvPr id="5" name="Picture 4">
            <a:extLst>
              <a:ext uri="{FF2B5EF4-FFF2-40B4-BE49-F238E27FC236}">
                <a16:creationId xmlns:a16="http://schemas.microsoft.com/office/drawing/2014/main" id="{C870ADC5-57FC-F55D-0F83-C584981192E6}"/>
              </a:ext>
            </a:extLst>
          </p:cNvPr>
          <p:cNvPicPr>
            <a:picLocks noChangeAspect="1"/>
          </p:cNvPicPr>
          <p:nvPr userDrawn="1"/>
        </p:nvPicPr>
        <p:blipFill>
          <a:blip r:embed="rId24"/>
          <a:stretch>
            <a:fillRect/>
          </a:stretch>
        </p:blipFill>
        <p:spPr>
          <a:xfrm>
            <a:off x="10897966" y="362286"/>
            <a:ext cx="833598" cy="416799"/>
          </a:xfrm>
          <a:prstGeom prst="rect">
            <a:avLst/>
          </a:prstGeom>
        </p:spPr>
      </p:pic>
    </p:spTree>
  </p:cSld>
  <p:clrMap bg1="dk1" tx1="lt1" bg2="dk2" tx2="lt2" accent1="accent1" accent2="accent2" accent3="accent3" accent4="accent4" accent5="accent5" accent6="accent6" hlink="hlink" folHlink="folHlink"/>
  <p:sldLayoutIdLst>
    <p:sldLayoutId id="2147483716" r:id="rId1"/>
    <p:sldLayoutId id="2147483715" r:id="rId2"/>
    <p:sldLayoutId id="2147483724" r:id="rId3"/>
    <p:sldLayoutId id="2147483727" r:id="rId4"/>
    <p:sldLayoutId id="2147483736" r:id="rId5"/>
    <p:sldLayoutId id="2147483725" r:id="rId6"/>
    <p:sldLayoutId id="2147483734" r:id="rId7"/>
    <p:sldLayoutId id="2147483738" r:id="rId8"/>
    <p:sldLayoutId id="2147483726" r:id="rId9"/>
    <p:sldLayoutId id="2147483717" r:id="rId10"/>
    <p:sldLayoutId id="2147483718" r:id="rId11"/>
    <p:sldLayoutId id="2147483728" r:id="rId12"/>
    <p:sldLayoutId id="2147483732" r:id="rId13"/>
    <p:sldLayoutId id="2147483739" r:id="rId14"/>
    <p:sldLayoutId id="2147483741" r:id="rId15"/>
    <p:sldLayoutId id="2147483731" r:id="rId16"/>
    <p:sldLayoutId id="2147483730" r:id="rId17"/>
    <p:sldLayoutId id="2147483729" r:id="rId18"/>
    <p:sldLayoutId id="2147483742" r:id="rId19"/>
    <p:sldLayoutId id="2147483735" r:id="rId20"/>
    <p:sldLayoutId id="2147483740" r:id="rId21"/>
    <p:sldLayoutId id="2147483720" r:id="rId22"/>
  </p:sldLayoutIdLst>
  <p:transition spd="med"/>
  <p:hf hdr="0" ftr="0" dt="0"/>
  <p:txStyles>
    <p:title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p:titleStyle>
    <p:bodyStyle>
      <a:lvl1pPr marL="0" marR="0" indent="0" algn="l" defTabSz="457200" rtl="0" eaLnBrk="1" latinLnBrk="0" hangingPunct="1">
        <a:lnSpc>
          <a:spcPct val="100000"/>
        </a:lnSpc>
        <a:spcBef>
          <a:spcPts val="500"/>
        </a:spcBef>
        <a:spcAft>
          <a:spcPts val="0"/>
        </a:spcAft>
        <a:buClrTx/>
        <a:buSzTx/>
        <a:buFontTx/>
        <a:buNone/>
        <a:tabLst/>
        <a:defRPr sz="1800" b="0" i="0" u="none" strike="noStrike" cap="none" spc="0" baseline="0">
          <a:solidFill>
            <a:schemeClr val="accent4">
              <a:hueOff val="-839560"/>
              <a:satOff val="19935"/>
              <a:lumOff val="-15534"/>
            </a:schemeClr>
          </a:solidFill>
          <a:uFillTx/>
          <a:latin typeface="Arial"/>
          <a:ea typeface="Arial"/>
          <a:cs typeface="Arial"/>
          <a:sym typeface="Arial"/>
        </a:defRPr>
      </a:lvl1pPr>
      <a:lvl2pPr marL="104775"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2pPr>
      <a:lvl3pPr marL="273684" marR="0" indent="-99059"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3pPr>
      <a:lvl4pPr marL="443547" marR="0" indent="-103822"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4pPr>
      <a:lvl5pPr marL="617537" marR="0" indent="-104775" algn="l" defTabSz="457200" rtl="0" eaLnBrk="1" latinLnBrk="0" hangingPunct="1">
        <a:lnSpc>
          <a:spcPct val="100000"/>
        </a:lnSpc>
        <a:spcBef>
          <a:spcPts val="500"/>
        </a:spcBef>
        <a:spcAft>
          <a:spcPts val="0"/>
        </a:spcAft>
        <a:buClrTx/>
        <a:buSzPct val="100000"/>
        <a:buFontTx/>
        <a:buChar char="-"/>
        <a:tabLst/>
        <a:defRPr sz="1400" b="0" i="0" u="none" strike="noStrike" cap="none" spc="0" baseline="0">
          <a:solidFill>
            <a:schemeClr val="accent4">
              <a:hueOff val="-839560"/>
              <a:satOff val="19935"/>
              <a:lumOff val="-15534"/>
            </a:schemeClr>
          </a:solidFill>
          <a:uFillTx/>
          <a:latin typeface="Arial"/>
          <a:ea typeface="Arial"/>
          <a:cs typeface="Arial"/>
          <a:sym typeface="Arial"/>
        </a:defRPr>
      </a:lvl5pPr>
      <a:lvl6pPr marL="24231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6pPr>
      <a:lvl7pPr marL="2880360" marR="0" indent="-137160"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7pPr>
      <a:lvl8pPr marL="33375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8pPr>
      <a:lvl9pPr marL="3794759" marR="0" indent="-137159" algn="l" defTabSz="457200" rtl="0" eaLnBrk="1" latinLnBrk="0" hangingPunct="1">
        <a:lnSpc>
          <a:spcPts val="1600"/>
        </a:lnSpc>
        <a:spcBef>
          <a:spcPts val="1000"/>
        </a:spcBef>
        <a:spcAft>
          <a:spcPts val="0"/>
        </a:spcAft>
        <a:buClrTx/>
        <a:buSzPct val="100000"/>
        <a:buFontTx/>
        <a:buChar char="•"/>
        <a:tabLst/>
        <a:defRPr sz="1200" b="0" i="0" u="none" strike="noStrike" cap="none" spc="0" baseline="0">
          <a:solidFill>
            <a:schemeClr val="accent4">
              <a:hueOff val="-839560"/>
              <a:satOff val="19935"/>
              <a:lumOff val="-15534"/>
            </a:schemeClr>
          </a:solidFill>
          <a:uFillTx/>
          <a:latin typeface="Arial"/>
          <a:ea typeface="Arial"/>
          <a:cs typeface="Arial"/>
          <a:sym typeface="Arial"/>
        </a:defRPr>
      </a:lvl9pPr>
    </p:bodyStyle>
    <p:otherStyle>
      <a:lvl1pPr marL="0" marR="0" indent="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1pPr>
      <a:lvl2pPr marL="0" marR="0" indent="457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2pPr>
      <a:lvl3pPr marL="0" marR="0" indent="914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3pPr>
      <a:lvl4pPr marL="0" marR="0" indent="1371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4pPr>
      <a:lvl5pPr marL="0" marR="0" indent="18288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5pPr>
      <a:lvl6pPr marL="0" marR="0" indent="22860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6pPr>
      <a:lvl7pPr marL="0" marR="0" indent="27432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7pPr>
      <a:lvl8pPr marL="0" marR="0" indent="32004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8pPr>
      <a:lvl9pPr marL="0" marR="0" indent="3657600" algn="r" defTabSz="457200" rtl="0" eaLnBrk="1" latinLnBrk="0" hangingPunct="1">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rial"/>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59B082B-315C-DD8D-A168-52A194A97853}"/>
              </a:ext>
            </a:extLst>
          </p:cNvPr>
          <p:cNvSpPr>
            <a:spLocks noGrp="1"/>
          </p:cNvSpPr>
          <p:nvPr>
            <p:ph type="body" sz="quarter" idx="22"/>
          </p:nvPr>
        </p:nvSpPr>
        <p:spPr>
          <a:xfrm>
            <a:off x="640800" y="4118205"/>
            <a:ext cx="8280000" cy="451754"/>
          </a:xfrm>
        </p:spPr>
        <p:txBody>
          <a:bodyPr/>
          <a:lstStyle/>
          <a:p>
            <a:r>
              <a:rPr lang="en-US" dirty="0"/>
              <a:t>UiPath </a:t>
            </a:r>
            <a:r>
              <a:rPr lang="en-US" dirty="0" err="1"/>
              <a:t>AgentHack</a:t>
            </a:r>
            <a:r>
              <a:rPr lang="en-US" dirty="0"/>
              <a:t>. Build the AI agents of tomorrow. </a:t>
            </a:r>
            <a:endParaRPr lang="en-MT" dirty="0"/>
          </a:p>
        </p:txBody>
      </p:sp>
      <p:sp>
        <p:nvSpPr>
          <p:cNvPr id="3" name="Title 2">
            <a:extLst>
              <a:ext uri="{FF2B5EF4-FFF2-40B4-BE49-F238E27FC236}">
                <a16:creationId xmlns:a16="http://schemas.microsoft.com/office/drawing/2014/main" id="{FBDEDE4E-6ACF-3A2E-D9B3-191EFDDD253B}"/>
              </a:ext>
            </a:extLst>
          </p:cNvPr>
          <p:cNvSpPr>
            <a:spLocks noGrp="1"/>
          </p:cNvSpPr>
          <p:nvPr>
            <p:ph type="title"/>
          </p:nvPr>
        </p:nvSpPr>
        <p:spPr>
          <a:xfrm>
            <a:off x="640800" y="3080317"/>
            <a:ext cx="8280000" cy="1037888"/>
          </a:xfrm>
        </p:spPr>
        <p:txBody>
          <a:bodyPr/>
          <a:lstStyle/>
          <a:p>
            <a:pPr algn="l"/>
            <a:r>
              <a:rPr sz="4000" b="1">
                <a:latin typeface="Segoe UI"/>
              </a:rPr>
              <a:t>Deal Desk Agent</a:t>
            </a:r>
          </a:p>
          <a:p>
            <a:pPr algn="l"/>
            <a:r>
              <a:rPr sz="4000" b="0">
                <a:latin typeface="Segoe UI"/>
              </a:rPr>
              <a:t>Your AI Deal Desk Analyst</a:t>
            </a:r>
          </a:p>
        </p:txBody>
      </p:sp>
    </p:spTree>
    <p:extLst>
      <p:ext uri="{BB962C8B-B14F-4D97-AF65-F5344CB8AC3E}">
        <p14:creationId xmlns:p14="http://schemas.microsoft.com/office/powerpoint/2010/main" val="74999113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AFA35-F81D-0626-83EB-70B088D9B9DF}"/>
            </a:ext>
          </a:extLst>
        </p:cNvPr>
        <p:cNvGrpSpPr/>
        <p:nvPr/>
      </p:nvGrpSpPr>
      <p:grpSpPr>
        <a:xfrm>
          <a:off x="0" y="0"/>
          <a:ext cx="0" cy="0"/>
          <a:chOff x="0" y="0"/>
          <a:chExt cx="0" cy="0"/>
        </a:xfrm>
      </p:grpSpPr>
      <p:sp>
        <p:nvSpPr>
          <p:cNvPr id="3" name="Text Placeholder 6">
            <a:extLst>
              <a:ext uri="{FF2B5EF4-FFF2-40B4-BE49-F238E27FC236}">
                <a16:creationId xmlns:a16="http://schemas.microsoft.com/office/drawing/2014/main" id="{023A3B3B-70DA-4806-B848-C55E152C6CBF}"/>
              </a:ext>
            </a:extLst>
          </p:cNvPr>
          <p:cNvSpPr>
            <a:spLocks noGrp="1"/>
          </p:cNvSpPr>
          <p:nvPr/>
        </p:nvSpPr>
        <p:spPr>
          <a:xfrm>
            <a:off x="308294" y="2834640"/>
            <a:ext cx="2710314" cy="489737"/>
          </a:xfrm>
          <a:prstGeom prst="rect">
            <a:avLst/>
          </a:prstGeom>
        </p:spPr>
        <p:txBody>
          <a:bodyPr vert="horz" lIns="0" tIns="0" rIns="0" bIns="0" rtlCol="0" anchor="b" anchorCtr="1" wrap="square">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500" b="1">
                <a:solidFill>
                  <a:srgbClr val="0F172A"/>
                </a:solidFill>
                <a:latin typeface="Segoe UI"/>
              </a:rPr>
              <a:t>Daniela Rosenstein</a:t>
            </a:r>
          </a:p>
        </p:txBody>
      </p:sp>
      <p:sp>
        <p:nvSpPr>
          <p:cNvPr id="4" name="Text Placeholder 11">
            <a:extLst>
              <a:ext uri="{FF2B5EF4-FFF2-40B4-BE49-F238E27FC236}">
                <a16:creationId xmlns:a16="http://schemas.microsoft.com/office/drawing/2014/main" id="{C50F4400-3C94-4D3A-92CC-2C64D553524A}"/>
              </a:ext>
            </a:extLst>
          </p:cNvPr>
          <p:cNvSpPr>
            <a:spLocks noGrp="1"/>
          </p:cNvSpPr>
          <p:nvPr/>
        </p:nvSpPr>
        <p:spPr>
          <a:xfrm>
            <a:off x="342659" y="3474720"/>
            <a:ext cx="2710691" cy="1005840"/>
          </a:xfrm>
          <a:prstGeom prst="rect">
            <a:avLst/>
          </a:prstGeom>
        </p:spPr>
        <p:txBody>
          <a:bodyPr vert="horz" lIns="0" tIns="0" rIns="0" bIns="0" rtlCol="0" anchor="t" anchorCtr="1" wrap="square">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00" b="0">
                <a:solidFill>
                  <a:srgbClr val="475569"/>
                </a:solidFill>
                <a:latin typeface="Segoe UI"/>
              </a:rPr>
              <a:t>Builder @ Cato Networks</a:t>
            </a:r>
          </a:p>
        </p:txBody>
      </p:sp>
      <p:sp>
        <p:nvSpPr>
          <p:cNvPr id="6" name="Text Placeholder 6">
            <a:extLst>
              <a:ext uri="{FF2B5EF4-FFF2-40B4-BE49-F238E27FC236}">
                <a16:creationId xmlns:a16="http://schemas.microsoft.com/office/drawing/2014/main" id="{03A01159-846F-0F7B-6E10-2F795B0A06AA}"/>
              </a:ext>
            </a:extLst>
          </p:cNvPr>
          <p:cNvSpPr>
            <a:spLocks noGrp="1"/>
          </p:cNvSpPr>
          <p:nvPr/>
        </p:nvSpPr>
        <p:spPr>
          <a:xfrm>
            <a:off x="3216503" y="2834640"/>
            <a:ext cx="2710314" cy="489737"/>
          </a:xfrm>
          <a:prstGeom prst="rect">
            <a:avLst/>
          </a:prstGeom>
        </p:spPr>
        <p:txBody>
          <a:bodyPr vert="horz" lIns="0" tIns="0" rIns="0" bIns="0" rtlCol="0" anchor="b" anchorCtr="1" wrap="square">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500" b="1">
                <a:solidFill>
                  <a:srgbClr val="0F172A"/>
                </a:solidFill>
                <a:latin typeface="Segoe UI"/>
              </a:rPr>
              <a:t>Coded Agents (LangGraph)</a:t>
            </a:r>
          </a:p>
        </p:txBody>
      </p:sp>
      <p:sp>
        <p:nvSpPr>
          <p:cNvPr id="7" name="Text Placeholder 11">
            <a:extLst>
              <a:ext uri="{FF2B5EF4-FFF2-40B4-BE49-F238E27FC236}">
                <a16:creationId xmlns:a16="http://schemas.microsoft.com/office/drawing/2014/main" id="{2D9BC4B5-779B-1958-1E56-3B92969E86DF}"/>
              </a:ext>
            </a:extLst>
          </p:cNvPr>
          <p:cNvSpPr>
            <a:spLocks noGrp="1"/>
          </p:cNvSpPr>
          <p:nvPr/>
        </p:nvSpPr>
        <p:spPr>
          <a:xfrm>
            <a:off x="3105672" y="3474720"/>
            <a:ext cx="2710691" cy="1005840"/>
          </a:xfrm>
          <a:prstGeom prst="rect">
            <a:avLst/>
          </a:prstGeom>
        </p:spPr>
        <p:txBody>
          <a:bodyPr vert="horz" lIns="0" tIns="0" rIns="0" bIns="0" rtlCol="0" anchor="t" anchorCtr="1" wrap="square">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00" b="0">
                <a:solidFill>
                  <a:srgbClr val="475569"/>
                </a:solidFill>
                <a:latin typeface="Segoe UI"/>
              </a:rPr>
              <a:t>plan / render / process_response</a:t>
            </a:r>
          </a:p>
        </p:txBody>
      </p:sp>
      <p:sp>
        <p:nvSpPr>
          <p:cNvPr id="9" name="Text Placeholder 6">
            <a:extLst>
              <a:ext uri="{FF2B5EF4-FFF2-40B4-BE49-F238E27FC236}">
                <a16:creationId xmlns:a16="http://schemas.microsoft.com/office/drawing/2014/main" id="{5B970237-0361-6A57-6B9D-3344AC7DBB09}"/>
              </a:ext>
            </a:extLst>
          </p:cNvPr>
          <p:cNvSpPr>
            <a:spLocks noGrp="1"/>
          </p:cNvSpPr>
          <p:nvPr/>
        </p:nvSpPr>
        <p:spPr>
          <a:xfrm>
            <a:off x="6148101" y="2834640"/>
            <a:ext cx="2710314" cy="489737"/>
          </a:xfrm>
          <a:prstGeom prst="rect">
            <a:avLst/>
          </a:prstGeom>
        </p:spPr>
        <p:txBody>
          <a:bodyPr vert="horz" lIns="0" tIns="0" rIns="0" bIns="0" rtlCol="0" anchor="b" anchorCtr="1" wrap="square">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500" b="1">
                <a:solidFill>
                  <a:srgbClr val="0F172A"/>
                </a:solidFill>
                <a:latin typeface="Segoe UI"/>
              </a:rPr>
              <a:t>Maestro BPMN</a:t>
            </a:r>
          </a:p>
        </p:txBody>
      </p:sp>
      <p:sp>
        <p:nvSpPr>
          <p:cNvPr id="10" name="Text Placeholder 11">
            <a:extLst>
              <a:ext uri="{FF2B5EF4-FFF2-40B4-BE49-F238E27FC236}">
                <a16:creationId xmlns:a16="http://schemas.microsoft.com/office/drawing/2014/main" id="{242DAF2E-2BDB-8C60-D764-D5185EBF89A0}"/>
              </a:ext>
            </a:extLst>
          </p:cNvPr>
          <p:cNvSpPr>
            <a:spLocks noGrp="1"/>
          </p:cNvSpPr>
          <p:nvPr/>
        </p:nvSpPr>
        <p:spPr>
          <a:xfrm>
            <a:off x="6148101" y="3474720"/>
            <a:ext cx="2710691" cy="1005840"/>
          </a:xfrm>
          <a:prstGeom prst="rect">
            <a:avLst/>
          </a:prstGeom>
        </p:spPr>
        <p:txBody>
          <a:bodyPr vert="horz" lIns="0" tIns="0" rIns="0" bIns="0" rtlCol="0" anchor="t" anchorCtr="1" wrap="square">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00" b="0">
                <a:solidFill>
                  <a:srgbClr val="475569"/>
                </a:solidFill>
                <a:latin typeface="Segoe UI"/>
              </a:rPr>
              <a:t>orchestration + sequential approval loop</a:t>
            </a:r>
          </a:p>
        </p:txBody>
      </p:sp>
      <p:sp>
        <p:nvSpPr>
          <p:cNvPr id="12" name="Text Placeholder 6">
            <a:extLst>
              <a:ext uri="{FF2B5EF4-FFF2-40B4-BE49-F238E27FC236}">
                <a16:creationId xmlns:a16="http://schemas.microsoft.com/office/drawing/2014/main" id="{B647BEE1-A482-AA4D-385A-A902F0852F5E}"/>
              </a:ext>
            </a:extLst>
          </p:cNvPr>
          <p:cNvSpPr>
            <a:spLocks noGrp="1"/>
          </p:cNvSpPr>
          <p:nvPr/>
        </p:nvSpPr>
        <p:spPr>
          <a:xfrm>
            <a:off x="8858415" y="2834640"/>
            <a:ext cx="2710314" cy="489737"/>
          </a:xfrm>
          <a:prstGeom prst="rect">
            <a:avLst/>
          </a:prstGeom>
        </p:spPr>
        <p:txBody>
          <a:bodyPr vert="horz" lIns="0" tIns="0" rIns="0" bIns="0" rtlCol="0" anchor="b" anchorCtr="1" wrap="square">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500" b="1">
                <a:solidFill>
                  <a:srgbClr val="0F172A"/>
                </a:solidFill>
                <a:latin typeface="Segoe UI"/>
              </a:rPr>
              <a:t>WaitDecision Robot</a:t>
            </a:r>
          </a:p>
        </p:txBody>
      </p:sp>
      <p:sp>
        <p:nvSpPr>
          <p:cNvPr id="13" name="Text Placeholder 11">
            <a:extLst>
              <a:ext uri="{FF2B5EF4-FFF2-40B4-BE49-F238E27FC236}">
                <a16:creationId xmlns:a16="http://schemas.microsoft.com/office/drawing/2014/main" id="{D0822F4C-6C78-11B3-C564-A83C5BAD18B2}"/>
              </a:ext>
            </a:extLst>
          </p:cNvPr>
          <p:cNvSpPr>
            <a:spLocks noGrp="1"/>
          </p:cNvSpPr>
          <p:nvPr/>
        </p:nvSpPr>
        <p:spPr>
          <a:xfrm>
            <a:off x="8881502" y="3474720"/>
            <a:ext cx="2710691" cy="1005840"/>
          </a:xfrm>
          <a:prstGeom prst="rect">
            <a:avLst/>
          </a:prstGeom>
        </p:spPr>
        <p:txBody>
          <a:bodyPr vert="horz" lIns="0" tIns="0" rIns="0" bIns="0" rtlCol="0" anchor="t" anchorCtr="1" wrap="square">
            <a:noAutofit/>
          </a:bodyPr>
          <a:lstStyle>
            <a:lvl1pPr marL="0" indent="0" algn="l" defTabSz="457200" rtl="0" eaLnBrk="1" latinLnBrk="0" hangingPunct="1">
              <a:spcBef>
                <a:spcPts val="1000"/>
              </a:spcBef>
              <a:buFont typeface="Arial"/>
              <a:buNone/>
              <a:defRPr sz="16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16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00" b="0">
                <a:solidFill>
                  <a:srgbClr val="475569"/>
                </a:solidFill>
                <a:latin typeface="Segoe UI"/>
              </a:rPr>
              <a:t>RPA: 3 channels + Persistence wait</a:t>
            </a:r>
          </a:p>
        </p:txBody>
      </p:sp>
      <p:sp>
        <p:nvSpPr>
          <p:cNvPr id="14" name="Title 1">
            <a:extLst>
              <a:ext uri="{FF2B5EF4-FFF2-40B4-BE49-F238E27FC236}">
                <a16:creationId xmlns:a16="http://schemas.microsoft.com/office/drawing/2014/main" id="{426A5EB7-4B7D-852B-B90D-74E6498EA545}"/>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pPr algn="l"/>
            <a:r>
              <a:rPr sz="1600" b="0">
                <a:latin typeface="Segoe UI"/>
              </a:rPr>
              <a:t>Track 2: UiPath Maestro BPMN</a:t>
            </a:r>
            <a:endParaRPr lang="en-MT" dirty="0"/>
          </a:p>
          <a:p>
            <a:pPr algn="l"/>
            <a:r>
              <a:rPr sz="1600" b="0">
                <a:latin typeface="Segoe UI"/>
              </a:rPr>
              <a:t>Coding-agent bonus: Cursor + Claude via UiPath for Coding Agents</a:t>
            </a:r>
          </a:p>
        </p:txBody>
      </p:sp>
    </p:spTree>
    <p:extLst>
      <p:ext uri="{BB962C8B-B14F-4D97-AF65-F5344CB8AC3E}">
        <p14:creationId xmlns:p14="http://schemas.microsoft.com/office/powerpoint/2010/main" val="2231807245"/>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3D97-861B-8216-1596-A30DB1E0C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A60B8-E509-98E7-2FEE-CE8BB6CF2A9D}"/>
              </a:ext>
            </a:extLst>
          </p:cNvPr>
          <p:cNvSpPr>
            <a:spLocks noGrp="1"/>
          </p:cNvSpPr>
          <p:nvPr>
            <p:ph type="title"/>
          </p:nvPr>
        </p:nvSpPr>
        <p:spPr/>
        <p:txBody>
          <a:bodyPr/>
          <a:lstStyle/>
          <a:p>
            <a:r>
              <a:rPr lang="en-GB" dirty="0">
                <a:solidFill>
                  <a:srgbClr val="172024"/>
                </a:solidFill>
              </a:rPr>
              <a:t>Problem statement and proposed solution</a:t>
            </a:r>
            <a:endParaRPr lang="en-MT" dirty="0">
              <a:solidFill>
                <a:srgbClr val="172024"/>
              </a:solidFill>
            </a:endParaRPr>
          </a:p>
        </p:txBody>
      </p:sp>
      <p:sp>
        <p:nvSpPr>
          <p:cNvPr id="10" name="Slide Number Placeholder 9">
            <a:extLst>
              <a:ext uri="{FF2B5EF4-FFF2-40B4-BE49-F238E27FC236}">
                <a16:creationId xmlns:a16="http://schemas.microsoft.com/office/drawing/2014/main" id="{612CFE9D-67C2-DBC8-C1B9-92F9C34115AD}"/>
              </a:ext>
            </a:extLst>
          </p:cNvPr>
          <p:cNvSpPr>
            <a:spLocks noGrp="1"/>
          </p:cNvSpPr>
          <p:nvPr>
            <p:ph type="sldNum" sz="quarter" idx="10"/>
          </p:nvPr>
        </p:nvSpPr>
        <p:spPr/>
        <p:txBody>
          <a:bodyPr/>
          <a:lstStyle/>
          <a:p>
            <a:fld id="{86CB4B4D-7CA3-9044-876B-883B54F8677D}" type="slidenum">
              <a:rPr lang="en-MT" smtClean="0"/>
              <a:t>3</a:t>
            </a:fld>
            <a:endParaRPr lang="en-MT"/>
          </a:p>
        </p:txBody>
      </p:sp>
      <p:sp>
        <p:nvSpPr>
          <p:cNvPr id="3" name="Text Placeholder 2">
            <a:extLst>
              <a:ext uri="{FF2B5EF4-FFF2-40B4-BE49-F238E27FC236}">
                <a16:creationId xmlns:a16="http://schemas.microsoft.com/office/drawing/2014/main" id="{ACA789EF-7679-BC5C-55B2-79105E026D27}"/>
              </a:ext>
            </a:extLst>
          </p:cNvPr>
          <p:cNvSpPr>
            <a:spLocks noGrp="1"/>
          </p:cNvSpPr>
          <p:nvPr>
            <p:ph type="body" sz="quarter" idx="15"/>
          </p:nvPr>
        </p:nvSpPr>
        <p:spPr/>
        <p:txBody>
          <a:bodyPr/>
          <a:lstStyle/>
          <a:p>
            <a:r>
              <a:rPr lang="en-GB" dirty="0"/>
              <a:t>Problem</a:t>
            </a:r>
          </a:p>
        </p:txBody>
      </p:sp>
      <p:sp>
        <p:nvSpPr>
          <p:cNvPr id="4" name="Content Placeholder 3">
            <a:extLst>
              <a:ext uri="{FF2B5EF4-FFF2-40B4-BE49-F238E27FC236}">
                <a16:creationId xmlns:a16="http://schemas.microsoft.com/office/drawing/2014/main" id="{6DEF4AF2-F532-7980-A51E-EB633C18E090}"/>
              </a:ext>
            </a:extLst>
          </p:cNvPr>
          <p:cNvSpPr>
            <a:spLocks noGrp="1"/>
          </p:cNvSpPr>
          <p:nvPr>
            <p:ph idx="16"/>
          </p:nvPr>
        </p:nvSpPr>
        <p:spPr>
          <a:prstGeom prst="rect">
            <a:avLst/>
          </a:prstGeom>
        </p:spPr>
        <p:txBody>
          <a:bodyPr/>
          <a:lstStyle/>
          <a:p>
            <a:pPr marL="285750" indent="-285750" fontAlgn="base" algn="l">
              <a:buFont typeface="Arial" panose="020B0604020202020204" pitchFamily="34" charset="0"/>
              <a:buChar char="•"/>
            </a:pPr>
            <a:r>
              <a:rPr sz="1300" b="0">
                <a:latin typeface="Segoe UI"/>
              </a:rPr>
              <a:t>Every sales org has a Deal Desk: the team that reviews pricing exceptions,</a:t>
            </a:r>
          </a:p>
          <a:p>
            <a:pPr algn="l"/>
            <a:r>
              <a:rPr sz="1300" b="0">
                <a:latin typeface="Segoe UI"/>
              </a:rPr>
              <a:t>emails managers up the chain, waits for replies, consolidates decisions,</a:t>
            </a:r>
          </a:p>
          <a:p>
            <a:pPr algn="l"/>
            <a:r>
              <a:rPr sz="1300" b="0">
                <a:latin typeface="Segoe UI"/>
              </a:rPr>
              <a:t>and updates the CRM. It is manual, inbox-driven, and slow.</a:t>
            </a:r>
          </a:p>
          <a:p>
            <a:pPr algn="l"/>
          </a:p>
          <a:p>
            <a:pPr algn="l"/>
            <a:r>
              <a:rPr sz="1300" b="0">
                <a:latin typeface="Segoe UI"/>
              </a:rPr>
              <a:t>  - No SLA: deals stall in inboxes for days.</a:t>
            </a:r>
          </a:p>
          <a:p>
            <a:pPr algn="l"/>
            <a:r>
              <a:rPr sz="1300" b="0">
                <a:latin typeface="Segoe UI"/>
              </a:rPr>
              <a:t>  - No consistency: routing thresholds drift between managers.</a:t>
            </a:r>
          </a:p>
          <a:p>
            <a:pPr algn="l"/>
            <a:r>
              <a:rPr sz="1300" b="0">
                <a:latin typeface="Segoe UI"/>
              </a:rPr>
              <a:t>  - No audit trail: decisions buried in email threads.</a:t>
            </a:r>
          </a:p>
        </p:txBody>
      </p:sp>
      <p:sp>
        <p:nvSpPr>
          <p:cNvPr id="5" name="Text Placeholder 4">
            <a:extLst>
              <a:ext uri="{FF2B5EF4-FFF2-40B4-BE49-F238E27FC236}">
                <a16:creationId xmlns:a16="http://schemas.microsoft.com/office/drawing/2014/main" id="{CF86218D-58D1-4DB9-D829-CC6DC53A0A26}"/>
              </a:ext>
            </a:extLst>
          </p:cNvPr>
          <p:cNvSpPr>
            <a:spLocks noGrp="1"/>
          </p:cNvSpPr>
          <p:nvPr>
            <p:ph type="body" sz="quarter" idx="17"/>
          </p:nvPr>
        </p:nvSpPr>
        <p:spPr/>
        <p:txBody>
          <a:bodyPr/>
          <a:lstStyle/>
          <a:p>
            <a:r>
              <a:rPr lang="en-GB" dirty="0"/>
              <a:t>Solution</a:t>
            </a:r>
          </a:p>
        </p:txBody>
      </p:sp>
      <p:sp>
        <p:nvSpPr>
          <p:cNvPr id="6" name="Content Placeholder 5">
            <a:extLst>
              <a:ext uri="{FF2B5EF4-FFF2-40B4-BE49-F238E27FC236}">
                <a16:creationId xmlns:a16="http://schemas.microsoft.com/office/drawing/2014/main" id="{39D3F4E2-81AA-B610-6D1B-F0DAA1E2611A}"/>
              </a:ext>
            </a:extLst>
          </p:cNvPr>
          <p:cNvSpPr>
            <a:spLocks noGrp="1"/>
          </p:cNvSpPr>
          <p:nvPr>
            <p:ph idx="18"/>
          </p:nvPr>
        </p:nvSpPr>
        <p:spPr/>
        <p:txBody>
          <a:bodyPr/>
          <a:lstStyle/>
          <a:p>
            <a:pPr marL="285750" indent="-285750" fontAlgn="base" algn="l">
              <a:buFont typeface="Arial" panose="020B0604020202020204" pitchFamily="34" charset="0"/>
              <a:buChar char="•"/>
            </a:pPr>
            <a:r>
              <a:rPr sz="1250" b="0">
                <a:latin typeface="Segoe UI"/>
              </a:rPr>
              <a:t>The Deal Desk Agent does that job, end to end on Automation Cloud:</a:t>
            </a:r>
          </a:p>
          <a:p>
            <a:pPr algn="l"/>
          </a:p>
          <a:p>
            <a:pPr algn="l"/>
            <a:r>
              <a:rPr sz="1250" b="0">
                <a:latin typeface="Segoe UI"/>
              </a:rPr>
              <a:t>  1. Live Salesforce data via AgentHub MCP; approver chain from the org chart.</a:t>
            </a:r>
          </a:p>
          <a:p>
            <a:pPr algn="l"/>
            <a:r>
              <a:rPr sz="1250" b="0">
                <a:latin typeface="Segoe UI"/>
              </a:rPr>
              <a:t>  2. Risk scoring + LLM rationale -&gt; recommendation and disposition.</a:t>
            </a:r>
          </a:p>
          <a:p>
            <a:pPr algn="l"/>
            <a:r>
              <a:rPr sz="1250" b="0">
                <a:latin typeface="Segoe UI"/>
              </a:rPr>
              <a:t>  3. Low-risk deals auto-approve with zero human touch.</a:t>
            </a:r>
          </a:p>
          <a:p>
            <a:pPr algn="l"/>
            <a:r>
              <a:rPr sz="1250" b="0">
                <a:latin typeface="Segoe UI"/>
              </a:rPr>
              <a:t>  4. WaitDecision Robot reaches each approver on 3 channels at once:</a:t>
            </a:r>
          </a:p>
          <a:p>
            <a:pPr algn="l"/>
            <a:r>
              <a:rPr sz="1250" b="0">
                <a:latin typeface="Segoe UI"/>
              </a:rPr>
              <a:t>     Outlook Adaptive Card + Slack DM + Action Center 'wait for task'.</a:t>
            </a:r>
          </a:p>
          <a:p>
            <a:pPr algn="l"/>
            <a:r>
              <a:rPr sz="1250" b="0">
                <a:latin typeface="Segoe UI"/>
              </a:rPr>
              <a:t>  5. AWS Lambda HITL bridge mints a token; any channel resolves the wait.</a:t>
            </a:r>
          </a:p>
          <a:p>
            <a:pPr algn="l"/>
            <a:r>
              <a:rPr sz="1250" b="0">
                <a:latin typeface="Segoe UI"/>
              </a:rPr>
              <a:t>  6. process_response interprets decisions; rejection short-circuits the chain.</a:t>
            </a:r>
          </a:p>
          <a:p>
            <a:pPr algn="l"/>
            <a:r>
              <a:rPr sz="1250" b="0">
                <a:latin typeface="Segoe UI"/>
              </a:rPr>
              <a:t>  7. Slack + Outlook summary to the AE; Data Fabric ApprovalAudit record.</a:t>
            </a:r>
          </a:p>
        </p:txBody>
      </p:sp>
    </p:spTree>
    <p:extLst>
      <p:ext uri="{BB962C8B-B14F-4D97-AF65-F5344CB8AC3E}">
        <p14:creationId xmlns:p14="http://schemas.microsoft.com/office/powerpoint/2010/main" val="388946008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2A98F-0D34-4F65-DE46-AE03205ED290}"/>
            </a:ext>
          </a:extLst>
        </p:cNvPr>
        <p:cNvGrpSpPr/>
        <p:nvPr/>
      </p:nvGrpSpPr>
      <p:grpSpPr>
        <a:xfrm>
          <a:off x="0" y="0"/>
          <a:ext cx="0" cy="0"/>
          <a:chOff x="0" y="0"/>
          <a:chExt cx="0" cy="0"/>
        </a:xfrm>
      </p:grpSpPr>
      <p:sp>
        <p:nvSpPr>
          <p:cNvPr id="2" name="Title 5">
            <a:extLst>
              <a:ext uri="{FF2B5EF4-FFF2-40B4-BE49-F238E27FC236}">
                <a16:creationId xmlns:a16="http://schemas.microsoft.com/office/drawing/2014/main" id="{AD4CB4D1-7370-9D56-91FE-E94FD0B5521C}"/>
              </a:ext>
            </a:extLst>
          </p:cNvPr>
          <p:cNvSpPr txBox="1">
            <a:spLocks/>
          </p:cNvSpPr>
          <p:nvPr/>
        </p:nvSpPr>
        <p:spPr>
          <a:xfrm>
            <a:off x="259203" y="360000"/>
            <a:ext cx="9000000" cy="499928"/>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dirty="0"/>
              <a:t>Benefits and technologies used</a:t>
            </a:r>
            <a:endParaRPr lang="en-MT" dirty="0"/>
          </a:p>
        </p:txBody>
      </p:sp>
      <p:sp>
        <p:nvSpPr>
          <p:cNvPr id="3" name="Slide Number">
            <a:extLst>
              <a:ext uri="{FF2B5EF4-FFF2-40B4-BE49-F238E27FC236}">
                <a16:creationId xmlns:a16="http://schemas.microsoft.com/office/drawing/2014/main" id="{3318ADF4-66DC-932F-99DD-DE3F238E9B1F}"/>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graphicFrame>
        <p:nvGraphicFramePr>
          <p:cNvPr id="4" name="Table 3">
            <a:extLst>
              <a:ext uri="{FF2B5EF4-FFF2-40B4-BE49-F238E27FC236}">
                <a16:creationId xmlns:a16="http://schemas.microsoft.com/office/drawing/2014/main" id="{D6412797-89F7-45B5-CEE9-E11B1345AA3A}"/>
              </a:ext>
            </a:extLst>
          </p:cNvPr>
          <p:cNvGraphicFramePr>
            <a:graphicFrameLocks noGrp="1"/>
          </p:cNvGraphicFramePr>
          <p:nvPr>
            <p:extLst>
              <p:ext uri="{D42A27DB-BD31-4B8C-83A1-F6EECF244321}">
                <p14:modId xmlns:p14="http://schemas.microsoft.com/office/powerpoint/2010/main" val="1692350897"/>
              </p:ext>
            </p:extLst>
          </p:nvPr>
        </p:nvGraphicFramePr>
        <p:xfrm>
          <a:off x="359999" y="1506261"/>
          <a:ext cx="5006658" cy="4991737"/>
        </p:xfrm>
        <a:graphic>
          <a:graphicData uri="http://schemas.openxmlformats.org/drawingml/2006/table">
            <a:tbl>
              <a:tblPr/>
              <a:tblGrid>
                <a:gridCol w="2503329">
                  <a:extLst>
                    <a:ext uri="{9D8B030D-6E8A-4147-A177-3AD203B41FA5}">
                      <a16:colId xmlns:a16="http://schemas.microsoft.com/office/drawing/2014/main" val="1797263825"/>
                    </a:ext>
                  </a:extLst>
                </a:gridCol>
                <a:gridCol w="2503329">
                  <a:extLst>
                    <a:ext uri="{9D8B030D-6E8A-4147-A177-3AD203B41FA5}">
                      <a16:colId xmlns:a16="http://schemas.microsoft.com/office/drawing/2014/main" val="4089649546"/>
                    </a:ext>
                  </a:extLst>
                </a:gridCol>
              </a:tblGrid>
              <a:tr h="997533">
                <a:tc>
                  <a:txBody>
                    <a:bodyPr/>
                    <a:lstStyle/>
                    <a:p>
                      <a:r>
                        <a:rPr b="1" sz="1300">
                          <a:solidFill>
                            <a:srgbClr val="FFFFFF"/>
                          </a:solidFill>
                          <a:latin typeface="Segoe UI"/>
                        </a:rPr>
                        <a:t>End users</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100">
                          <a:solidFill>
                            <a:srgbClr val="0F172A"/>
                          </a:solidFill>
                          <a:latin typeface="Segoe UI"/>
                        </a:rPr>
                        <a:t>Renewals analysts, AEs, deal-desk approvers</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2700" cap="flat" cmpd="sng" algn="ctr">
                      <a:solidFill>
                        <a:srgbClr val="32C4F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484696175"/>
                  </a:ext>
                </a:extLst>
              </a:tr>
              <a:tr h="997533">
                <a:tc>
                  <a:txBody>
                    <a:bodyPr/>
                    <a:lstStyle/>
                    <a:p>
                      <a:r>
                        <a:rPr b="1" sz="1300">
                          <a:solidFill>
                            <a:srgbClr val="FFFFFF"/>
                          </a:solidFill>
                          <a:latin typeface="Segoe UI"/>
                        </a:rPr>
                        <a:t>Department</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100">
                          <a:solidFill>
                            <a:srgbClr val="0F172A"/>
                          </a:solidFill>
                          <a:latin typeface="Segoe UI"/>
                        </a:rPr>
                        <a:t>Sales / Revenue Operations + Finance</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025955541"/>
                  </a:ext>
                </a:extLst>
              </a:tr>
              <a:tr h="997533">
                <a:tc>
                  <a:txBody>
                    <a:bodyPr/>
                    <a:lstStyle/>
                    <a:p>
                      <a:r>
                        <a:rPr b="1" sz="1300">
                          <a:solidFill>
                            <a:srgbClr val="FFFFFF"/>
                          </a:solidFill>
                          <a:latin typeface="Segoe UI"/>
                        </a:rPr>
                        <a:t>Industries</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100">
                          <a:solidFill>
                            <a:srgbClr val="0F172A"/>
                          </a:solidFill>
                          <a:latin typeface="Segoe UI"/>
                        </a:rPr>
                        <a:t>Any B2B org with renewals &amp; pricing exceptions</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3613447538"/>
                  </a:ext>
                </a:extLst>
              </a:tr>
              <a:tr h="997533">
                <a:tc>
                  <a:txBody>
                    <a:bodyPr/>
                    <a:lstStyle/>
                    <a:p>
                      <a:r>
                        <a:rPr b="1" sz="1300">
                          <a:solidFill>
                            <a:srgbClr val="FFFFFF"/>
                          </a:solidFill>
                          <a:latin typeface="Segoe UI"/>
                        </a:rPr>
                        <a:t>UiPath products</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tc>
                  <a:txBody>
                    <a:bodyPr/>
                    <a:lstStyle/>
                    <a:p>
                      <a:r>
                        <a:rPr sz="1100">
                          <a:solidFill>
                            <a:srgbClr val="0F172A"/>
                          </a:solidFill>
                          <a:latin typeface="Segoe UI"/>
                        </a:rPr>
                        <a:t>Maestro BPMN, Coded Agents, Action Center, Data Fabric, RPA, Integration Service, AgentHub MCP</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9387" cap="flat" cmpd="sng" algn="ctr">
                      <a:solidFill>
                        <a:srgbClr val="DFE3E3"/>
                      </a:solidFill>
                      <a:prstDash val="solid"/>
                      <a:round/>
                      <a:headEnd type="none" w="med" len="med"/>
                      <a:tailEnd type="none" w="med" len="med"/>
                    </a:lnB>
                    <a:solidFill>
                      <a:srgbClr val="0BA2B3"/>
                    </a:solidFill>
                  </a:tcPr>
                </a:tc>
                <a:extLst>
                  <a:ext uri="{0D108BD9-81ED-4DB2-BD59-A6C34878D82A}">
                    <a16:rowId xmlns:a16="http://schemas.microsoft.com/office/drawing/2014/main" val="1221151595"/>
                  </a:ext>
                </a:extLst>
              </a:tr>
              <a:tr h="1001605">
                <a:tc>
                  <a:txBody>
                    <a:bodyPr/>
                    <a:lstStyle/>
                    <a:p>
                      <a:r>
                        <a:rPr b="1" sz="1300">
                          <a:solidFill>
                            <a:srgbClr val="FFFFFF"/>
                          </a:solidFill>
                          <a:latin typeface="Segoe UI"/>
                        </a:rPr>
                        <a:t>Integrations / tech</a:t>
                      </a:r>
                    </a:p>
                  </a:txBody>
                  <a:tcPr anchor="ctr">
                    <a:lnL w="12700" cap="flat" cmpd="sng" algn="ctr">
                      <a:solidFill>
                        <a:srgbClr val="32C4F3"/>
                      </a:solidFill>
                      <a:prstDash val="solid"/>
                      <a:round/>
                      <a:headEnd type="none" w="med" len="med"/>
                      <a:tailEnd type="none" w="med" len="med"/>
                    </a:lnL>
                    <a:lnR w="12700" cap="flat" cmpd="sng" algn="ctr">
                      <a:solidFill>
                        <a:srgbClr val="FFFFFF"/>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tc>
                  <a:txBody>
                    <a:bodyPr/>
                    <a:lstStyle/>
                    <a:p>
                      <a:r>
                        <a:rPr sz="1100">
                          <a:solidFill>
                            <a:srgbClr val="0F172A"/>
                          </a:solidFill>
                          <a:latin typeface="Segoe UI"/>
                        </a:rPr>
                        <a:t>Salesforce, Outlook Adaptive Cards, Slack, AWS Lambda + CloudFront, LangGraph</a:t>
                      </a:r>
                    </a:p>
                  </a:txBody>
                  <a:tcPr anchor="ctr">
                    <a:lnL w="12700" cap="flat" cmpd="sng" algn="ctr">
                      <a:solidFill>
                        <a:srgbClr val="FFFFFF"/>
                      </a:solidFill>
                      <a:prstDash val="solid"/>
                      <a:round/>
                      <a:headEnd type="none" w="med" len="med"/>
                      <a:tailEnd type="none" w="med" len="med"/>
                    </a:lnL>
                    <a:lnR w="12700" cap="flat" cmpd="sng" algn="ctr">
                      <a:solidFill>
                        <a:srgbClr val="32C4F3"/>
                      </a:solidFill>
                      <a:prstDash val="solid"/>
                      <a:round/>
                      <a:headEnd type="none" w="med" len="med"/>
                      <a:tailEnd type="none" w="med" len="med"/>
                    </a:lnR>
                    <a:lnT w="19387" cap="flat" cmpd="sng" algn="ctr">
                      <a:solidFill>
                        <a:srgbClr val="DFE3E3"/>
                      </a:solidFill>
                      <a:prstDash val="solid"/>
                      <a:round/>
                      <a:headEnd type="none" w="med" len="med"/>
                      <a:tailEnd type="none" w="med" len="med"/>
                    </a:lnT>
                    <a:lnB w="12700" cap="flat" cmpd="sng" algn="ctr">
                      <a:solidFill>
                        <a:srgbClr val="32C4F3"/>
                      </a:solidFill>
                      <a:prstDash val="solid"/>
                      <a:round/>
                      <a:headEnd type="none" w="med" len="med"/>
                      <a:tailEnd type="none" w="med" len="med"/>
                    </a:lnB>
                    <a:solidFill>
                      <a:srgbClr val="0BA2B3"/>
                    </a:solidFill>
                  </a:tcPr>
                </a:tc>
                <a:extLst>
                  <a:ext uri="{0D108BD9-81ED-4DB2-BD59-A6C34878D82A}">
                    <a16:rowId xmlns:a16="http://schemas.microsoft.com/office/drawing/2014/main" val="1265993834"/>
                  </a:ext>
                </a:extLst>
              </a:tr>
            </a:tbl>
          </a:graphicData>
        </a:graphic>
      </p:graphicFrame>
      <p:sp>
        <p:nvSpPr>
          <p:cNvPr id="6" name="Text Placeholder 25">
            <a:extLst>
              <a:ext uri="{FF2B5EF4-FFF2-40B4-BE49-F238E27FC236}">
                <a16:creationId xmlns:a16="http://schemas.microsoft.com/office/drawing/2014/main" id="{529D93D7-AC19-31FD-0A31-FCBFBA9AFD4D}"/>
              </a:ext>
            </a:extLst>
          </p:cNvPr>
          <p:cNvSpPr>
            <a:spLocks noGrp="1"/>
          </p:cNvSpPr>
          <p:nvPr/>
        </p:nvSpPr>
        <p:spPr>
          <a:xfrm>
            <a:off x="6422266" y="770263"/>
            <a:ext cx="5497831" cy="489737"/>
          </a:xfrm>
          <a:prstGeom prst="rect">
            <a:avLst/>
          </a:prstGeom>
        </p:spPr>
        <p:txBody>
          <a:bodyPr vert="horz" lIns="0" tIns="0" rIns="0" bIns="0" rtlCol="0" anchor="b" anchorCtr="0">
            <a:noAutofit/>
          </a:bodyPr>
          <a:lstStyle>
            <a:lvl1pPr marL="0" indent="0" algn="l" defTabSz="457200" rtl="0" eaLnBrk="1" latinLnBrk="0" hangingPunct="1">
              <a:lnSpc>
                <a:spcPct val="90000"/>
              </a:lnSpc>
              <a:spcBef>
                <a:spcPts val="500"/>
              </a:spcBef>
              <a:buFont typeface="Arial"/>
              <a:buNone/>
              <a:defRPr sz="2000" b="1" kern="1200" spc="-30" baseline="0">
                <a:solidFill>
                  <a:schemeClr val="tx1"/>
                </a:solidFill>
                <a:latin typeface="Arial"/>
                <a:ea typeface="+mn-ea"/>
                <a:cs typeface="Arial"/>
              </a:defRPr>
            </a:lvl1pPr>
            <a:lvl2pPr marL="174625" indent="-174625"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2pPr>
            <a:lvl3pPr marL="339725" indent="-165100"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3pPr>
            <a:lvl4pPr marL="512763" indent="-173038" algn="l" defTabSz="457200" rtl="0" eaLnBrk="1" latinLnBrk="0" hangingPunct="1">
              <a:spcBef>
                <a:spcPts val="0"/>
              </a:spcBef>
              <a:buClr>
                <a:schemeClr val="accent1"/>
              </a:buClr>
              <a:buFont typeface="Arial"/>
              <a:buChar char="•"/>
              <a:defRPr sz="1500" b="0" kern="1200" spc="-30">
                <a:solidFill>
                  <a:schemeClr val="tx1"/>
                </a:solidFill>
                <a:latin typeface="Arial"/>
                <a:ea typeface="+mn-ea"/>
                <a:cs typeface="Arial"/>
              </a:defRPr>
            </a:lvl4pPr>
            <a:lvl5pPr marL="687388" indent="-174625" algn="l" defTabSz="457200" rtl="0" eaLnBrk="1" latinLnBrk="0" hangingPunct="1">
              <a:spcBef>
                <a:spcPts val="0"/>
              </a:spcBef>
              <a:buClr>
                <a:schemeClr val="accent1"/>
              </a:buClr>
              <a:buFont typeface="Lucida Grande"/>
              <a:buChar char="-"/>
              <a:defRPr sz="1500" b="0" kern="1200" spc="-3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bg1"/>
                </a:solidFill>
              </a:rPr>
              <a:t>Benefits, impact and outcomes</a:t>
            </a:r>
          </a:p>
        </p:txBody>
      </p:sp>
      <p:sp>
        <p:nvSpPr>
          <p:cNvPr id="7" name="Content Placeholder 32">
            <a:extLst>
              <a:ext uri="{FF2B5EF4-FFF2-40B4-BE49-F238E27FC236}">
                <a16:creationId xmlns:a16="http://schemas.microsoft.com/office/drawing/2014/main" id="{AFAA334A-A9E5-9A6B-D433-4770703EF4AD}"/>
              </a:ext>
            </a:extLst>
          </p:cNvPr>
          <p:cNvSpPr txBox="1">
            <a:spLocks/>
          </p:cNvSpPr>
          <p:nvPr/>
        </p:nvSpPr>
        <p:spPr>
          <a:xfrm>
            <a:off x="6318751" y="1506260"/>
            <a:ext cx="5500550"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85750" indent="-285750" algn="l">
              <a:buFont typeface="Arial" panose="020B0604020202020204" pitchFamily="34" charset="0"/>
              <a:buChar char="•"/>
            </a:pPr>
            <a:r>
              <a:rPr sz="1200" b="0">
                <a:solidFill>
                  <a:srgbClr val="0F172A"/>
                </a:solidFill>
                <a:latin typeface="Segoe UI"/>
              </a:rPr>
              <a:t>For the Opportunity Owner (AE):</a:t>
            </a:r>
          </a:p>
          <a:p>
            <a:pPr algn="l"/>
            <a:r>
              <a:rPr sz="1200" b="0">
                <a:solidFill>
                  <a:srgbClr val="0F172A"/>
                </a:solidFill>
                <a:latin typeface="Segoe UI"/>
              </a:rPr>
              <a:t>  - No chasing managers: agent routes, robot sends, BPMN tracks.</a:t>
            </a:r>
          </a:p>
          <a:p>
            <a:pPr algn="l"/>
            <a:r>
              <a:rPr sz="1200" b="0">
                <a:solidFill>
                  <a:srgbClr val="0F172A"/>
                </a:solidFill>
                <a:latin typeface="Segoe UI"/>
              </a:rPr>
              <a:t>  - Slack DM + Outlook summary with the full decision trail at the end.</a:t>
            </a:r>
          </a:p>
          <a:p>
            <a:pPr algn="l"/>
            <a:r>
              <a:rPr sz="1200" b="0">
                <a:solidFill>
                  <a:srgbClr val="0F172A"/>
                </a:solidFill>
                <a:latin typeface="Segoe UI"/>
              </a:rPr>
              <a:t>  - Low-risk deals (&lt;=5% / &lt;=$50k) clear with ZERO human touch.</a:t>
            </a:r>
          </a:p>
          <a:p>
            <a:pPr algn="l"/>
          </a:p>
          <a:p>
            <a:pPr algn="l"/>
            <a:r>
              <a:rPr sz="1200" b="0">
                <a:solidFill>
                  <a:srgbClr val="0F172A"/>
                </a:solidFill>
                <a:latin typeface="Segoe UI"/>
              </a:rPr>
              <a:t>For the business:</a:t>
            </a:r>
          </a:p>
          <a:p>
            <a:pPr algn="l"/>
            <a:r>
              <a:rPr sz="1200" b="0">
                <a:solidFill>
                  <a:srgbClr val="0F172A"/>
                </a:solidFill>
                <a:latin typeface="Segoe UI"/>
              </a:rPr>
              <a:t>  - Consistent policy applied identically via the risk-score formula.</a:t>
            </a:r>
          </a:p>
          <a:p>
            <a:pPr algn="l"/>
            <a:r>
              <a:rPr sz="1200" b="0">
                <a:solidFill>
                  <a:srgbClr val="0F172A"/>
                </a:solidFill>
                <a:latin typeface="Segoe UI"/>
              </a:rPr>
              <a:t>  - Rejection short-circuits the chain (no wasted approver time).</a:t>
            </a:r>
          </a:p>
          <a:p>
            <a:pPr algn="l"/>
            <a:r>
              <a:rPr sz="1200" b="0">
                <a:solidFill>
                  <a:srgbClr val="0F172A"/>
                </a:solidFill>
                <a:latin typeface="Segoe UI"/>
              </a:rPr>
              <a:t>  - Data Fabric logs the agent recommendation vs. each human decision.</a:t>
            </a:r>
          </a:p>
        </p:txBody>
      </p:sp>
    </p:spTree>
    <p:extLst>
      <p:ext uri="{BB962C8B-B14F-4D97-AF65-F5344CB8AC3E}">
        <p14:creationId xmlns:p14="http://schemas.microsoft.com/office/powerpoint/2010/main" val="92073182"/>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5ABE-B1E7-E0F4-F9C1-1C0EF8D99D9D}"/>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769EFCAF-5C74-EB05-21F5-2D2BC2E0EABB}"/>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2" name="Title 2">
            <a:extLst>
              <a:ext uri="{FF2B5EF4-FFF2-40B4-BE49-F238E27FC236}">
                <a16:creationId xmlns:a16="http://schemas.microsoft.com/office/drawing/2014/main" id="{E33809C1-421A-FEE4-C2CB-3DA05EF49DDB}"/>
              </a:ext>
            </a:extLst>
          </p:cNvPr>
          <p:cNvSpPr txBox="1">
            <a:spLocks/>
          </p:cNvSpPr>
          <p:nvPr/>
        </p:nvSpPr>
        <p:spPr>
          <a:xfrm>
            <a:off x="359999" y="360000"/>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r>
              <a:rPr lang="en-GB"/>
              <a:t>Solution architecture</a:t>
            </a:r>
            <a:endParaRPr lang="en-MT" dirty="0"/>
          </a:p>
        </p:txBody>
      </p:sp>
      <p:sp>
        <p:nvSpPr>
          <p:cNvPr id="4" name="Content Placeholder 32">
            <a:extLst>
              <a:ext uri="{FF2B5EF4-FFF2-40B4-BE49-F238E27FC236}">
                <a16:creationId xmlns:a16="http://schemas.microsoft.com/office/drawing/2014/main" id="{03A6AAA2-CFF2-6048-0FF5-456004E6B92D}"/>
              </a:ext>
            </a:extLst>
          </p:cNvPr>
          <p:cNvSpPr txBox="1">
            <a:spLocks/>
          </p:cNvSpPr>
          <p:nvPr/>
        </p:nvSpPr>
        <p:spPr>
          <a:xfrm>
            <a:off x="365760" y="1371600"/>
            <a:ext cx="6035040" cy="4846320"/>
          </a:xfrm>
          <a:prstGeom prst="rect">
            <a:avLst/>
          </a:prstGeom>
        </p:spPr>
        <p:txBody>
          <a:bodyPr wrap="square"/>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100">
                <a:solidFill>
                  <a:srgbClr val="0F172A"/>
                </a:solidFill>
                <a:latin typeface="Segoe UI"/>
              </a:rPr>
              <a:t>Salesforce opportunity change starts the Maestro BPMN.</a:t>
            </a:r>
            <a:endParaRPr lang="en-US" sz="1800" b="0" dirty="0">
              <a:solidFill>
                <a:schemeClr val="bg1"/>
              </a:solidFill>
            </a:endParaRPr>
          </a:p>
          <a:p>
            <a:r>
              <a:rPr sz="1100">
                <a:solidFill>
                  <a:srgbClr val="0F172A"/>
                </a:solidFill>
                <a:latin typeface="Segoe UI"/>
              </a:rPr>
              <a:t>plan agent: live Salesforce (AgentHub MCP) + org chart</a:t>
            </a:r>
          </a:p>
          <a:p>
            <a:r>
              <a:rPr sz="1100">
                <a:solidFill>
                  <a:srgbClr val="0F172A"/>
                </a:solidFill>
                <a:latin typeface="Segoe UI"/>
              </a:rPr>
              <a:t>   -&gt; risk score + LLM rationale + approver chain</a:t>
            </a:r>
          </a:p>
          <a:p>
            <a:r>
              <a:rPr sz="1100">
                <a:solidFill>
                  <a:srgbClr val="0F172A"/>
                </a:solidFill>
                <a:latin typeface="Segoe UI"/>
              </a:rPr>
              <a:t>Disposition gateway:</a:t>
            </a:r>
          </a:p>
          <a:p>
            <a:r>
              <a:rPr sz="1100">
                <a:solidFill>
                  <a:srgbClr val="0F172A"/>
                </a:solidFill>
                <a:latin typeface="Segoe UI"/>
              </a:rPr>
              <a:t>   auto_approve  -&gt; Slack + Outlook, audit (zero touch)</a:t>
            </a:r>
          </a:p>
          <a:p>
            <a:r>
              <a:rPr sz="1100">
                <a:solidFill>
                  <a:srgbClr val="0F172A"/>
                </a:solidFill>
                <a:latin typeface="Segoe UI"/>
              </a:rPr>
              <a:t>   needs_approval -&gt; sequential approver loop:</a:t>
            </a:r>
          </a:p>
          <a:p>
            <a:r>
              <a:rPr sz="1100">
                <a:solidFill>
                  <a:srgbClr val="0F172A"/>
                </a:solidFill>
                <a:latin typeface="Segoe UI"/>
              </a:rPr>
              <a:t>      render -&gt; WaitDecision Robot fires 3 channels</a:t>
            </a:r>
          </a:p>
          <a:p>
            <a:r>
              <a:rPr sz="1100">
                <a:solidFill>
                  <a:srgbClr val="0F172A"/>
                </a:solidFill>
                <a:latin typeface="Segoe UI"/>
              </a:rPr>
              <a:t>      (Outlook Adaptive Card + Slack + Action Center)</a:t>
            </a:r>
          </a:p>
          <a:p>
            <a:r>
              <a:rPr sz="1100">
                <a:solidFill>
                  <a:srgbClr val="0F172A"/>
                </a:solidFill>
                <a:latin typeface="Segoe UI"/>
              </a:rPr>
              <a:t>      AWS Lambda HITL bridge mints token; Persistence wait</a:t>
            </a:r>
          </a:p>
          <a:p>
            <a:r>
              <a:rPr sz="1100">
                <a:solidFill>
                  <a:srgbClr val="0F172A"/>
                </a:solidFill>
                <a:latin typeface="Segoe UI"/>
              </a:rPr>
              <a:t>      any channel resolves; rejection short-circuits</a:t>
            </a:r>
          </a:p>
          <a:p>
            <a:r>
              <a:rPr sz="1100">
                <a:solidFill>
                  <a:srgbClr val="0F172A"/>
                </a:solidFill>
                <a:latin typeface="Segoe UI"/>
              </a:rPr>
              <a:t>process_response interprets the decisions</a:t>
            </a:r>
          </a:p>
          <a:p>
            <a:r>
              <a:rPr sz="1100">
                <a:solidFill>
                  <a:srgbClr val="0F172A"/>
                </a:solidFill>
                <a:latin typeface="Segoe UI"/>
              </a:rPr>
              <a:t>   -&gt; Slack + Outlook summary -&gt; Data Fabric ApprovalAudit</a:t>
            </a:r>
          </a:p>
        </p:txBody>
      </p:sp>
      <p:pic>
        <p:nvPicPr>
          <p:cNvPr id="5" name="Picture 4" descr="01-architecture.png"/>
          <p:cNvPicPr>
            <a:picLocks noChangeAspect="1"/>
          </p:cNvPicPr>
          <p:nvPr/>
        </p:nvPicPr>
        <p:blipFill>
          <a:blip r:embed="rId2"/>
          <a:stretch>
            <a:fillRect/>
          </a:stretch>
        </p:blipFill>
        <p:spPr>
          <a:xfrm>
            <a:off x="6766560" y="1280160"/>
            <a:ext cx="3585127" cy="5120640"/>
          </a:xfrm>
          <a:prstGeom prst="rect">
            <a:avLst/>
          </a:prstGeom>
        </p:spPr>
      </p:pic>
    </p:spTree>
    <p:extLst>
      <p:ext uri="{BB962C8B-B14F-4D97-AF65-F5344CB8AC3E}">
        <p14:creationId xmlns:p14="http://schemas.microsoft.com/office/powerpoint/2010/main" val="21037265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6939-4992-93D2-F302-D02CECF6C8D1}"/>
            </a:ext>
          </a:extLst>
        </p:cNvPr>
        <p:cNvGrpSpPr/>
        <p:nvPr/>
      </p:nvGrpSpPr>
      <p:grpSpPr>
        <a:xfrm>
          <a:off x="0" y="0"/>
          <a:ext cx="0" cy="0"/>
          <a:chOff x="0" y="0"/>
          <a:chExt cx="0" cy="0"/>
        </a:xfrm>
      </p:grpSpPr>
      <p:sp>
        <p:nvSpPr>
          <p:cNvPr id="3" name="Slide Number">
            <a:extLst>
              <a:ext uri="{FF2B5EF4-FFF2-40B4-BE49-F238E27FC236}">
                <a16:creationId xmlns:a16="http://schemas.microsoft.com/office/drawing/2014/main" id="{6C4E72B3-93AC-C753-7A84-C1CD66A5B0E1}"/>
              </a:ext>
            </a:extLst>
          </p:cNvPr>
          <p:cNvSpPr txBox="1">
            <a:spLocks noGrp="1"/>
          </p:cNvSpPr>
          <p:nvPr>
            <p:ph type="sldNum" sz="quarter" idx="10"/>
          </p:nvPr>
        </p:nvSpPr>
        <p:spPr>
          <a:xfrm>
            <a:off x="11574470" y="6480000"/>
            <a:ext cx="157094" cy="15388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6</a:t>
            </a:fld>
            <a:endParaRPr/>
          </a:p>
        </p:txBody>
      </p:sp>
      <p:sp>
        <p:nvSpPr>
          <p:cNvPr id="2" name="Title 2">
            <a:extLst>
              <a:ext uri="{FF2B5EF4-FFF2-40B4-BE49-F238E27FC236}">
                <a16:creationId xmlns:a16="http://schemas.microsoft.com/office/drawing/2014/main" id="{BEFB8217-129D-D95A-BB32-442DB9B98EF6}"/>
              </a:ext>
            </a:extLst>
          </p:cNvPr>
          <p:cNvSpPr txBox="1">
            <a:spLocks/>
          </p:cNvSpPr>
          <p:nvPr/>
        </p:nvSpPr>
        <p:spPr>
          <a:xfrm>
            <a:off x="359999" y="518044"/>
            <a:ext cx="9000000" cy="900000"/>
          </a:xfrm>
          <a:prstGeom prst="rect">
            <a:avLst/>
          </a:prstGeom>
        </p:spPr>
        <p:txBody>
          <a:bodyPr/>
          <a:lstStyle>
            <a:lvl1pPr marL="0" marR="0" indent="0" algn="l" defTabSz="457200" rtl="0" eaLnBrk="1" latinLnBrk="0" hangingPunct="1">
              <a:lnSpc>
                <a:spcPts val="3000"/>
              </a:lnSpc>
              <a:spcBef>
                <a:spcPts val="0"/>
              </a:spcBef>
              <a:spcAft>
                <a:spcPts val="0"/>
              </a:spcAft>
              <a:buClrTx/>
              <a:buSzTx/>
              <a:buFontTx/>
              <a:buNone/>
              <a:tabLst/>
              <a:defRPr sz="3000" b="1" i="0" u="none" strike="noStrike" cap="none" spc="-150" baseline="0">
                <a:solidFill>
                  <a:schemeClr val="bg1"/>
                </a:solidFill>
                <a:uFillTx/>
                <a:latin typeface="Arial"/>
                <a:ea typeface="Arial"/>
                <a:cs typeface="Arial"/>
                <a:sym typeface="Arial"/>
              </a:defRPr>
            </a:lvl1pPr>
            <a:lvl2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2pPr>
            <a:lvl3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3pPr>
            <a:lvl4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4pPr>
            <a:lvl5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5pPr>
            <a:lvl6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6pPr>
            <a:lvl7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7pPr>
            <a:lvl8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8pPr>
            <a:lvl9pPr marL="0" marR="0" indent="0" algn="l" defTabSz="457200" rtl="0" eaLnBrk="1" latinLnBrk="0" hangingPunct="1">
              <a:lnSpc>
                <a:spcPts val="2200"/>
              </a:lnSpc>
              <a:spcBef>
                <a:spcPts val="2200"/>
              </a:spcBef>
              <a:spcAft>
                <a:spcPts val="0"/>
              </a:spcAft>
              <a:buClrTx/>
              <a:buSzTx/>
              <a:buFontTx/>
              <a:buNone/>
              <a:tabLst/>
              <a:defRPr sz="1900" b="1" i="0" u="none" strike="noStrike" cap="none" spc="-33" baseline="0">
                <a:solidFill>
                  <a:srgbClr val="000000"/>
                </a:solidFill>
                <a:uFillTx/>
                <a:latin typeface="Arial"/>
                <a:ea typeface="Arial"/>
                <a:cs typeface="Arial"/>
                <a:sym typeface="Arial"/>
              </a:defRPr>
            </a:lvl9pPr>
          </a:lstStyle>
          <a:p>
            <a:pPr algn="l"/>
            <a:r>
              <a:rPr sz="2400" b="1">
                <a:latin typeface="Segoe UI"/>
              </a:rPr>
              <a:t>Three demo scenarios</a:t>
            </a:r>
            <a:endParaRPr lang="en-MT" dirty="0"/>
          </a:p>
        </p:txBody>
      </p:sp>
      <p:sp>
        <p:nvSpPr>
          <p:cNvPr id="6" name="Content Placeholder 32">
            <a:extLst>
              <a:ext uri="{FF2B5EF4-FFF2-40B4-BE49-F238E27FC236}">
                <a16:creationId xmlns:a16="http://schemas.microsoft.com/office/drawing/2014/main" id="{923C445F-3F02-3F28-536A-78F2019EEC9B}"/>
              </a:ext>
            </a:extLst>
          </p:cNvPr>
          <p:cNvSpPr txBox="1">
            <a:spLocks/>
          </p:cNvSpPr>
          <p:nvPr/>
        </p:nvSpPr>
        <p:spPr>
          <a:xfrm>
            <a:off x="359999" y="1506260"/>
            <a:ext cx="11459302" cy="4426764"/>
          </a:xfrm>
          <a:prstGeom prst="rect">
            <a:avLst/>
          </a:prstGeom>
        </p:spPr>
        <p:txBody>
          <a:bodyPr/>
          <a:lstStyle>
            <a:defPPr>
              <a:defRPr lang="en-US"/>
            </a:defPPr>
            <a:lvl1pPr marL="0" indent="0" algn="l" defTabSz="457200" rtl="0" eaLnBrk="1" latinLnBrk="0" hangingPunct="1">
              <a:spcBef>
                <a:spcPts val="1000"/>
              </a:spcBef>
              <a:buFont typeface="Arial"/>
              <a:buNone/>
              <a:defRPr sz="2000" kern="1200">
                <a:solidFill>
                  <a:schemeClr val="tx1"/>
                </a:solidFill>
                <a:latin typeface="Arial"/>
                <a:ea typeface="+mn-ea"/>
                <a:cs typeface="Arial"/>
              </a:defRPr>
            </a:lvl1pPr>
            <a:lvl2pPr marL="174625" indent="-174625" algn="l" defTabSz="457200" rtl="0" eaLnBrk="1" latinLnBrk="0" hangingPunct="1">
              <a:spcBef>
                <a:spcPts val="500"/>
              </a:spcBef>
              <a:buClr>
                <a:schemeClr val="accent1"/>
              </a:buClr>
              <a:buFont typeface="Arial"/>
              <a:buChar char="•"/>
              <a:defRPr sz="2000" kern="1200">
                <a:solidFill>
                  <a:schemeClr val="tx1"/>
                </a:solidFill>
                <a:latin typeface="Arial"/>
                <a:ea typeface="+mn-ea"/>
                <a:cs typeface="Arial"/>
              </a:defRPr>
            </a:lvl2pPr>
            <a:lvl3pPr marL="339725" indent="-165100" algn="l" defTabSz="457200" rtl="0" eaLnBrk="1" latinLnBrk="0" hangingPunct="1">
              <a:spcBef>
                <a:spcPts val="300"/>
              </a:spcBef>
              <a:buClr>
                <a:schemeClr val="accent1"/>
              </a:buClr>
              <a:buFont typeface="Lucida Grande"/>
              <a:buChar char="-"/>
              <a:defRPr sz="2000" kern="1200">
                <a:solidFill>
                  <a:schemeClr val="tx1"/>
                </a:solidFill>
                <a:latin typeface="Arial"/>
                <a:ea typeface="+mn-ea"/>
                <a:cs typeface="Arial"/>
              </a:defRPr>
            </a:lvl3pPr>
            <a:lvl4pPr marL="512763" indent="-173038" algn="l" defTabSz="457200" rtl="0" eaLnBrk="1" latinLnBrk="0" hangingPunct="1">
              <a:spcBef>
                <a:spcPts val="200"/>
              </a:spcBef>
              <a:buClr>
                <a:schemeClr val="accent1"/>
              </a:buClr>
              <a:buFont typeface="Arial"/>
              <a:buChar char="•"/>
              <a:defRPr sz="2000" kern="1200">
                <a:solidFill>
                  <a:schemeClr val="tx1"/>
                </a:solidFill>
                <a:latin typeface="Arial"/>
                <a:ea typeface="+mn-ea"/>
                <a:cs typeface="Arial"/>
              </a:defRPr>
            </a:lvl4pPr>
            <a:lvl5pPr marL="687388" indent="-174625" algn="l" defTabSz="457200" rtl="0" eaLnBrk="1" latinLnBrk="0" hangingPunct="1">
              <a:spcBef>
                <a:spcPts val="100"/>
              </a:spcBef>
              <a:buClr>
                <a:schemeClr val="accent1"/>
              </a:buClr>
              <a:buFont typeface="Lucida Grande"/>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l"/>
            <a:r>
              <a:rPr sz="1200" b="0">
                <a:solidFill>
                  <a:srgbClr val="0F172A"/>
                </a:solidFill>
                <a:latin typeface="Segoe UI"/>
              </a:rPr>
              <a:t>Live test results - Jun 22 2026 (all channels verified):</a:t>
            </a:r>
          </a:p>
          <a:p>
            <a:pPr algn="l"/>
            <a:r>
              <a:rPr sz="1200" b="0">
                <a:solidFill>
                  <a:srgbClr val="0F172A"/>
                </a:solidFill>
                <a:latin typeface="Segoe UI"/>
              </a:rPr>
              <a:t>  TEST-001: GlobalTech $120k/18% -&gt; Approve (within policy)</a:t>
            </a:r>
          </a:p>
          <a:p>
            <a:pPr algn="l"/>
            <a:r>
              <a:rPr sz="1200" b="0">
                <a:solidFill>
                  <a:srgbClr val="0F172A"/>
                </a:solidFill>
                <a:latin typeface="Segoe UI"/>
              </a:rPr>
              <a:t>  TEST-002: MegaCorp $350k/32%  -&gt; Approve with conditions (escalation)</a:t>
            </a:r>
          </a:p>
          <a:p>
            <a:pPr algn="l"/>
            <a:r>
              <a:rPr sz="1200" b="0">
                <a:solidFill>
                  <a:srgbClr val="0F172A"/>
                </a:solidFill>
                <a:latin typeface="Segoe UI"/>
              </a:rPr>
              <a:t>  TEST-003: StartupXYZ $28k/45% -&gt; Reject (margin impact too high)</a:t>
            </a:r>
          </a:p>
          <a:p>
            <a:pPr algn="l"/>
            <a:r>
              <a:rPr sz="1200" b="0">
                <a:solidFill>
                  <a:srgbClr val="0F172A"/>
                </a:solidFill>
                <a:latin typeface="Segoe UI"/>
              </a:rPr>
              <a:t>  TEST-004: Pharma $780k/22%    -&gt; Approve (enterprise, Finance pre-approved)</a:t>
            </a:r>
          </a:p>
          <a:p>
            <a:pPr algn="l"/>
            <a:r>
              <a:rPr sz="1200" b="0">
                <a:solidFill>
                  <a:srgbClr val="0F172A"/>
                </a:solidFill>
                <a:latin typeface="Segoe UI"/>
              </a:rPr>
              <a:t>  Outlook Adaptive Card | Slack DM | Action Center  - all verified</a:t>
            </a:r>
          </a:p>
          <a:p>
            <a:pPr algn="l"/>
          </a:p>
          <a:p>
            <a:pPr algn="l"/>
            <a:r>
              <a:rPr sz="1200" b="0">
                <a:solidFill>
                  <a:srgbClr val="0F172A"/>
                </a:solidFill>
                <a:latin typeface="Segoe UI"/>
              </a:rPr>
              <a:t>Scenario 1 - Auto-approve (4% / $30k): zero human touches.</a:t>
            </a:r>
          </a:p>
          <a:p>
            <a:pPr algn="l"/>
            <a:r>
              <a:rPr sz="1200" b="0">
                <a:solidFill>
                  <a:srgbClr val="0F172A"/>
                </a:solidFill>
                <a:latin typeface="Segoe UI"/>
              </a:rPr>
              <a:t>Scenario 2 - One approver (8% / $40k): Adaptive Card + Slack to Manager.</a:t>
            </a:r>
          </a:p>
          <a:p>
            <a:pPr algn="l"/>
            <a:r>
              <a:rPr sz="1200" b="0">
                <a:solidFill>
                  <a:srgbClr val="0F172A"/>
                </a:solidFill>
                <a:latin typeface="Segoe UI"/>
              </a:rPr>
              <a:t>Scenario 3 - Full chain (30% / $1.2M): four sequential approvers; rejection</a:t>
            </a:r>
          </a:p>
          <a:p>
            <a:pPr algn="l"/>
            <a:r>
              <a:rPr sz="1200" b="0">
                <a:solidFill>
                  <a:srgbClr val="0F172A"/>
                </a:solidFill>
                <a:latin typeface="Segoe UI"/>
              </a:rPr>
              <a:t>  short-circuits; full Data Fabric audit trail.</a:t>
            </a:r>
          </a:p>
        </p:txBody>
      </p:sp>
    </p:spTree>
    <p:extLst>
      <p:ext uri="{BB962C8B-B14F-4D97-AF65-F5344CB8AC3E}">
        <p14:creationId xmlns:p14="http://schemas.microsoft.com/office/powerpoint/2010/main" val="189117309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158FD-BD27-6FA8-1273-E9EC258BED56}"/>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2E1806CF-B883-489C-2357-0C8CD1471272}"/>
              </a:ext>
            </a:extLst>
          </p:cNvPr>
          <p:cNvSpPr>
            <a:spLocks noGrp="1"/>
          </p:cNvSpPr>
          <p:nvPr>
            <p:ph type="title"/>
          </p:nvPr>
        </p:nvSpPr>
        <p:spPr/>
        <p:txBody>
          <a:bodyPr/>
          <a:lstStyle/>
          <a:p>
            <a:pPr algn="l"/>
            <a:r>
              <a:rPr sz="2400" b="1">
                <a:latin typeface="Segoe UI"/>
              </a:rPr>
              <a:t>Every Deal Desk should work like this.</a:t>
            </a:r>
          </a:p>
          <a:p>
            <a:pPr algn="l"/>
            <a:r>
              <a:rPr sz="2400" b="0">
                <a:latin typeface="Segoe UI"/>
              </a:rPr>
              <a:t>Collect. Reason. Route. Sign-off. Audit. Automatically.</a:t>
            </a:r>
          </a:p>
          <a:p>
            <a:pPr algn="l"/>
          </a:p>
          <a:p>
            <a:pPr algn="l"/>
            <a:r>
              <a:rPr sz="2400" b="0">
                <a:latin typeface="Segoe UI"/>
              </a:rPr>
              <a:t>Track 2: Maestro BPMN  |  Coding-agent bonus  |  Runs on Automation Cloud</a:t>
            </a:r>
          </a:p>
        </p:txBody>
      </p:sp>
    </p:spTree>
    <p:extLst>
      <p:ext uri="{BB962C8B-B14F-4D97-AF65-F5344CB8AC3E}">
        <p14:creationId xmlns:p14="http://schemas.microsoft.com/office/powerpoint/2010/main" val="62120523"/>
      </p:ext>
    </p:extLst>
  </p:cSld>
  <p:clrMapOvr>
    <a:masterClrMapping/>
  </p:clrMapOvr>
  <p:transition spd="med"/>
</p:sld>
</file>

<file path=ppt/theme/theme1.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Presentation1" id="{E0D1C449-7FB6-E94B-836A-309631D964BC}" vid="{36C921A7-E0A5-4546-8255-4EC35B91BE8A}"/>
    </a:ext>
  </a:extLst>
</a:theme>
</file>

<file path=ppt/theme/theme2.xml><?xml version="1.0" encoding="utf-8"?>
<a:theme xmlns:a="http://schemas.openxmlformats.org/drawingml/2006/main" name="Primary Presentation Layouts">
  <a:themeElements>
    <a:clrScheme name="Primary Presentation Layouts">
      <a:dk1>
        <a:srgbClr val="000000"/>
      </a:dk1>
      <a:lt1>
        <a:srgbClr val="FFFFFF"/>
      </a:lt1>
      <a:dk2>
        <a:srgbClr val="9D9D9D"/>
      </a:dk2>
      <a:lt2>
        <a:srgbClr val="A32200"/>
      </a:lt2>
      <a:accent1>
        <a:srgbClr val="FCC0C5"/>
      </a:accent1>
      <a:accent2>
        <a:srgbClr val="5BCBDE"/>
      </a:accent2>
      <a:accent3>
        <a:srgbClr val="F6F6F6"/>
      </a:accent3>
      <a:accent4>
        <a:srgbClr val="434648"/>
      </a:accent4>
      <a:accent5>
        <a:srgbClr val="FFCBFF"/>
      </a:accent5>
      <a:accent6>
        <a:srgbClr val="1168CD"/>
      </a:accent6>
      <a:hlink>
        <a:srgbClr val="0000FF"/>
      </a:hlink>
      <a:folHlink>
        <a:srgbClr val="FF00FF"/>
      </a:folHlink>
    </a:clrScheme>
    <a:fontScheme name="Primary Presentation Layouts">
      <a:majorFont>
        <a:latin typeface="Calibri"/>
        <a:ea typeface="Calibri"/>
        <a:cs typeface="Calibri"/>
      </a:majorFont>
      <a:minorFont>
        <a:latin typeface="Calibri"/>
        <a:ea typeface="Calibri"/>
        <a:cs typeface="Calibri"/>
      </a:minorFont>
    </a:fontScheme>
    <a:fmtScheme name="Primary Presentation Layout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057894"/>
            <a:satOff val="4889"/>
            <a:lumOff val="-33725"/>
          </a:schemeClr>
        </a:solid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457200" rtl="0" fontAlgn="auto" latinLnBrk="0" hangingPunct="0">
          <a:lnSpc>
            <a:spcPct val="100000"/>
          </a:lnSpc>
          <a:spcBef>
            <a:spcPts val="0"/>
          </a:spcBef>
          <a:spcAft>
            <a:spcPts val="0"/>
          </a:spcAft>
          <a:buClrTx/>
          <a:buSzTx/>
          <a:buFontTx/>
          <a:buNone/>
          <a:tabLst/>
          <a:defRPr kumimoji="0" sz="2800" b="1" i="0" u="none" strike="noStrike" cap="none" spc="0" normalizeH="0" baseline="0">
            <a:ln>
              <a:noFill/>
            </a:ln>
            <a:solidFill>
              <a:schemeClr val="accent3">
                <a:hueOff val="-3600000"/>
                <a:lumOff val="3392"/>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9525" cap="flat">
          <a:solidFill>
            <a:srgbClr val="A32200"/>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t">
        <a:spAutoFit/>
      </a:bodyPr>
      <a:lstStyle>
        <a:defPPr marL="0" marR="0" indent="0" algn="l" defTabSz="457200" rtl="0" fontAlgn="auto" latinLnBrk="0" hangingPunct="0">
          <a:lnSpc>
            <a:spcPts val="2200"/>
          </a:lnSpc>
          <a:spcBef>
            <a:spcPts val="0"/>
          </a:spcBef>
          <a:spcAft>
            <a:spcPts val="0"/>
          </a:spcAft>
          <a:buClrTx/>
          <a:buSzTx/>
          <a:buFontTx/>
          <a:buNone/>
          <a:tabLst/>
          <a:defRPr kumimoji="0" sz="1900" b="1" i="0" u="none" strike="noStrike" cap="none" spc="0" normalizeH="0" baseline="0">
            <a:ln>
              <a:noFill/>
            </a:ln>
            <a:solidFill>
              <a:schemeClr val="accent1">
                <a:hueOff val="1057894"/>
                <a:satOff val="4889"/>
                <a:lumOff val="-33725"/>
              </a:schemeClr>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586BB0CA657274B8C976C7E0436D499" ma:contentTypeVersion="22" ma:contentTypeDescription="Create a new document." ma:contentTypeScope="" ma:versionID="089dd435892c48914cdcc61cad93c74c">
  <xsd:schema xmlns:xsd="http://www.w3.org/2001/XMLSchema" xmlns:xs="http://www.w3.org/2001/XMLSchema" xmlns:p="http://schemas.microsoft.com/office/2006/metadata/properties" xmlns:ns1="http://schemas.microsoft.com/sharepoint/v3" xmlns:ns2="5480af4b-b6c5-4b62-abbf-9db793521990" xmlns:ns3="f5f250e4-2cf5-4e3d-922a-2a876ee07fc4" targetNamespace="http://schemas.microsoft.com/office/2006/metadata/properties" ma:root="true" ma:fieldsID="ab69233260927e1bd6ddfe9e60c5ce62" ns1:_="" ns2:_="" ns3:_="">
    <xsd:import namespace="http://schemas.microsoft.com/sharepoint/v3"/>
    <xsd:import namespace="5480af4b-b6c5-4b62-abbf-9db793521990"/>
    <xsd:import namespace="f5f250e4-2cf5-4e3d-922a-2a876ee07fc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lcf76f155ced4ddcb4097134ff3c332f" minOccurs="0"/>
                <xsd:element ref="ns3:TaxCatchAll" minOccurs="0"/>
                <xsd:element ref="ns2:July" minOccurs="0"/>
                <xsd:element ref="ns2:MediaServiceSearchProperties" minOccurs="0"/>
                <xsd:element ref="ns2:MediaServiceObjectDetectorVersions"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80af4b-b6c5-4b62-abbf-9db79352199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aa64814-f827-41fa-8057-0fb5da987058" ma:termSetId="09814cd3-568e-fe90-9814-8d621ff8fb84" ma:anchorId="fba54fb3-c3e1-fe81-a776-ca4b69148c4d" ma:open="true" ma:isKeyword="false">
      <xsd:complexType>
        <xsd:sequence>
          <xsd:element ref="pc:Terms" minOccurs="0" maxOccurs="1"/>
        </xsd:sequence>
      </xsd:complexType>
    </xsd:element>
    <xsd:element name="July" ma:index="24" nillable="true" ma:displayName="July" ma:default="2023-01-31T00:00:00Z" ma:format="DateOnly" ma:internalName="July">
      <xsd:simpleType>
        <xsd:restriction base="dms:DateTime"/>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5f250e4-2cf5-4e3d-922a-2a876ee07fc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0aa707c-1209-4a5e-baba-bf9dbd791563}" ma:internalName="TaxCatchAll" ma:showField="CatchAllData" ma:web="f5f250e4-2cf5-4e3d-922a-2a876ee07f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480af4b-b6c5-4b62-abbf-9db793521990">
      <Terms xmlns="http://schemas.microsoft.com/office/infopath/2007/PartnerControls"/>
    </lcf76f155ced4ddcb4097134ff3c332f>
    <TaxCatchAll xmlns="f5f250e4-2cf5-4e3d-922a-2a876ee07fc4" xsi:nil="true"/>
    <July xmlns="5480af4b-b6c5-4b62-abbf-9db793521990">2023-01-31T00:00:00+00:00</July>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A833EDC0-866E-4DC3-8CC5-83B041C91F15}">
  <ds:schemaRefs>
    <ds:schemaRef ds:uri="http://schemas.microsoft.com/sharepoint/v3/contenttype/forms"/>
  </ds:schemaRefs>
</ds:datastoreItem>
</file>

<file path=customXml/itemProps2.xml><?xml version="1.0" encoding="utf-8"?>
<ds:datastoreItem xmlns:ds="http://schemas.openxmlformats.org/officeDocument/2006/customXml" ds:itemID="{2080B887-0E6F-4A31-9619-EC346D26A7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80af4b-b6c5-4b62-abbf-9db793521990"/>
    <ds:schemaRef ds:uri="f5f250e4-2cf5-4e3d-922a-2a876ee07f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6114350-ED84-4028-A932-6660292FDA82}">
  <ds:schemaRefs>
    <ds:schemaRef ds:uri="http://purl.org/dc/terms/"/>
    <ds:schemaRef ds:uri="f5f250e4-2cf5-4e3d-922a-2a876ee07fc4"/>
    <ds:schemaRef ds:uri="http://schemas.microsoft.com/office/infopath/2007/PartnerControls"/>
    <ds:schemaRef ds:uri="http://purl.org/dc/dcmitype/"/>
    <ds:schemaRef ds:uri="http://schemas.microsoft.com/office/2006/documentManagement/types"/>
    <ds:schemaRef ds:uri="http://www.w3.org/XML/1998/namespace"/>
    <ds:schemaRef ds:uri="http://schemas.openxmlformats.org/package/2006/metadata/core-properties"/>
    <ds:schemaRef ds:uri="http://purl.org/dc/elements/1.1/"/>
    <ds:schemaRef ds:uri="http://schemas.microsoft.com/sharepoint/v3"/>
    <ds:schemaRef ds:uri="5480af4b-b6c5-4b62-abbf-9db793521990"/>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UiP001 Master PPT Refresh 20250502 1</Template>
  <TotalTime>9</TotalTime>
  <Words>251</Words>
  <Application>Microsoft Office PowerPoint</Application>
  <PresentationFormat>Custom</PresentationFormat>
  <Paragraphs>46</Paragraphs>
  <Slides>7</Slides>
  <Notes>0</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Primary Presentation Layouts</vt:lpstr>
      <vt:lpstr>Presentation title goes here in maximum 2 lines.</vt:lpstr>
      <vt:lpstr>PowerPoint Presentation</vt:lpstr>
      <vt:lpstr>Problem statement and proposed solution</vt:lpstr>
      <vt:lpstr>PowerPoint Presentation</vt:lpstr>
      <vt:lpstr>PowerPoint Presentation</vt:lpstr>
      <vt:lpstr>PowerPoint Presentation</vt:lpstr>
      <vt:lpstr>Closing message goes here.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Andreea Tomescu</dc:creator>
  <cp:keywords/>
  <dc:description/>
  <cp:lastModifiedBy>Ana-Maria Bulhac</cp:lastModifiedBy>
  <cp:revision>2</cp:revision>
  <dcterms:created xsi:type="dcterms:W3CDTF">2025-06-06T15:41:05Z</dcterms:created>
  <dcterms:modified xsi:type="dcterms:W3CDTF">2026-05-14T18:01:11Z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0x0101006586BB0CA657274B8C976C7E0436D499</vt:lpwstr>
  </property>
  <property fmtid="{D5CDD505-2E9C-101B-9397-08002B2CF9AE}" pid="3" name="MediaServiceImageTags">
    <vt:lpwstr/>
  </property>
</Properties>
</file>